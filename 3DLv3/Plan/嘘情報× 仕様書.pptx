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23"/>
  </p:notesMasterIdLst>
  <p:sldIdLst>
    <p:sldId id="264" r:id="rId2"/>
    <p:sldId id="276" r:id="rId3"/>
    <p:sldId id="277" r:id="rId4"/>
    <p:sldId id="278" r:id="rId5"/>
    <p:sldId id="259" r:id="rId6"/>
    <p:sldId id="279" r:id="rId7"/>
    <p:sldId id="265" r:id="rId8"/>
    <p:sldId id="281" r:id="rId9"/>
    <p:sldId id="282" r:id="rId10"/>
    <p:sldId id="283" r:id="rId11"/>
    <p:sldId id="284" r:id="rId12"/>
    <p:sldId id="285" r:id="rId13"/>
    <p:sldId id="286" r:id="rId14"/>
    <p:sldId id="280" r:id="rId15"/>
    <p:sldId id="287" r:id="rId16"/>
    <p:sldId id="288" r:id="rId17"/>
    <p:sldId id="270" r:id="rId18"/>
    <p:sldId id="272" r:id="rId19"/>
    <p:sldId id="289" r:id="rId20"/>
    <p:sldId id="290" r:id="rId21"/>
    <p:sldId id="275" r:id="rId22"/>
  </p:sldIdLst>
  <p:sldSz cx="9144000" cy="5143500" type="screen16x9"/>
  <p:notesSz cx="6858000" cy="9144000"/>
  <p:embeddedFontLst>
    <p:embeddedFont>
      <p:font typeface="Century Gothic" panose="020B0502020202020204" pitchFamily="34" charset="0"/>
      <p:regular r:id="rId24"/>
      <p:bold r:id="rId25"/>
      <p:italic r:id="rId26"/>
      <p:boldItalic r:id="rId27"/>
    </p:embeddedFont>
    <p:embeddedFont>
      <p:font typeface="Old Standard TT" panose="020B0600070205080204" charset="0"/>
      <p:regular r:id="rId28"/>
      <p:bold r:id="rId29"/>
      <p:italic r:id="rId30"/>
    </p:embeddedFont>
    <p:embeddedFont>
      <p:font typeface="メイリオ" panose="020B0604030504040204" pitchFamily="50" charset="-128"/>
      <p:regular r:id="rId31"/>
      <p:bold r:id="rId32"/>
      <p:italic r:id="rId33"/>
      <p:boldItalic r:id="rId34"/>
    </p:embeddedFont>
    <p:embeddedFont>
      <p:font typeface="メイリオ" panose="020B0604030504040204" pitchFamily="50" charset="-128"/>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6" d="100"/>
          <a:sy n="106" d="100"/>
        </p:scale>
        <p:origin x="778" y="6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font" Target="fonts/font1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悠梓 宮地" userId="babf6a0beaa2bc1b" providerId="LiveId" clId="{41A08744-8D3B-45CB-907A-10E9E9312977}"/>
    <pc:docChg chg="undo custSel addSld delSld modSld sldOrd">
      <pc:chgData name="悠梓 宮地" userId="babf6a0beaa2bc1b" providerId="LiveId" clId="{41A08744-8D3B-45CB-907A-10E9E9312977}" dt="2026-10-13T07:55:52.298" v="4840" actId="14100"/>
      <pc:docMkLst>
        <pc:docMk/>
      </pc:docMkLst>
      <pc:sldChg chg="delSp modSp add mod">
        <pc:chgData name="悠梓 宮地" userId="babf6a0beaa2bc1b" providerId="LiveId" clId="{41A08744-8D3B-45CB-907A-10E9E9312977}" dt="2026-10-13T06:33:48.561" v="3248"/>
        <pc:sldMkLst>
          <pc:docMk/>
          <pc:sldMk cId="0" sldId="259"/>
        </pc:sldMkLst>
        <pc:spChg chg="mod">
          <ac:chgData name="悠梓 宮地" userId="babf6a0beaa2bc1b" providerId="LiveId" clId="{41A08744-8D3B-45CB-907A-10E9E9312977}" dt="2026-10-13T06:33:48.561" v="3248"/>
          <ac:spMkLst>
            <pc:docMk/>
            <pc:sldMk cId="0" sldId="259"/>
            <ac:spMk id="89" creationId="{00000000-0000-0000-0000-000000000000}"/>
          </ac:spMkLst>
        </pc:spChg>
        <pc:spChg chg="mod">
          <ac:chgData name="悠梓 宮地" userId="babf6a0beaa2bc1b" providerId="LiveId" clId="{41A08744-8D3B-45CB-907A-10E9E9312977}" dt="2026-10-13T06:31:19.321" v="3238" actId="20577"/>
          <ac:spMkLst>
            <pc:docMk/>
            <pc:sldMk cId="0" sldId="259"/>
            <ac:spMk id="90" creationId="{00000000-0000-0000-0000-000000000000}"/>
          </ac:spMkLst>
        </pc:spChg>
        <pc:picChg chg="del">
          <ac:chgData name="悠梓 宮地" userId="babf6a0beaa2bc1b" providerId="LiveId" clId="{41A08744-8D3B-45CB-907A-10E9E9312977}" dt="2026-10-13T05:32:23.618" v="345" actId="478"/>
          <ac:picMkLst>
            <pc:docMk/>
            <pc:sldMk cId="0" sldId="259"/>
            <ac:picMk id="4" creationId="{33602E52-34E0-43D3-A731-C1DB0202E7CE}"/>
          </ac:picMkLst>
        </pc:picChg>
        <pc:picChg chg="del">
          <ac:chgData name="悠梓 宮地" userId="babf6a0beaa2bc1b" providerId="LiveId" clId="{41A08744-8D3B-45CB-907A-10E9E9312977}" dt="2026-10-13T05:32:24.465" v="346" actId="478"/>
          <ac:picMkLst>
            <pc:docMk/>
            <pc:sldMk cId="0" sldId="259"/>
            <ac:picMk id="5" creationId="{D449D7D7-667B-4C2B-8A8A-B611DF88D461}"/>
          </ac:picMkLst>
        </pc:picChg>
      </pc:sldChg>
      <pc:sldChg chg="addSp modSp mod">
        <pc:chgData name="悠梓 宮地" userId="babf6a0beaa2bc1b" providerId="LiveId" clId="{41A08744-8D3B-45CB-907A-10E9E9312977}" dt="2026-10-13T06:01:54.321" v="2566" actId="20577"/>
        <pc:sldMkLst>
          <pc:docMk/>
          <pc:sldMk cId="0" sldId="264"/>
        </pc:sldMkLst>
        <pc:spChg chg="mod">
          <ac:chgData name="悠梓 宮地" userId="babf6a0beaa2bc1b" providerId="LiveId" clId="{41A08744-8D3B-45CB-907A-10E9E9312977}" dt="2026-10-13T06:01:54.321" v="2566" actId="20577"/>
          <ac:spMkLst>
            <pc:docMk/>
            <pc:sldMk cId="0" sldId="264"/>
            <ac:spMk id="125" creationId="{00000000-0000-0000-0000-000000000000}"/>
          </ac:spMkLst>
        </pc:spChg>
        <pc:spChg chg="mod">
          <ac:chgData name="悠梓 宮地" userId="babf6a0beaa2bc1b" providerId="LiveId" clId="{41A08744-8D3B-45CB-907A-10E9E9312977}" dt="2026-10-13T05:48:55.531" v="893" actId="20577"/>
          <ac:spMkLst>
            <pc:docMk/>
            <pc:sldMk cId="0" sldId="264"/>
            <ac:spMk id="126" creationId="{00000000-0000-0000-0000-000000000000}"/>
          </ac:spMkLst>
        </pc:spChg>
        <pc:picChg chg="add mod">
          <ac:chgData name="悠梓 宮地" userId="babf6a0beaa2bc1b" providerId="LiveId" clId="{41A08744-8D3B-45CB-907A-10E9E9312977}" dt="2026-10-13T05:49:09.776" v="895" actId="14100"/>
          <ac:picMkLst>
            <pc:docMk/>
            <pc:sldMk cId="0" sldId="264"/>
            <ac:picMk id="3" creationId="{9EAFBCDE-C09E-42E1-B18F-50283D7FDD39}"/>
          </ac:picMkLst>
        </pc:picChg>
      </pc:sldChg>
      <pc:sldChg chg="addSp delSp modSp mod">
        <pc:chgData name="悠梓 宮地" userId="babf6a0beaa2bc1b" providerId="LiveId" clId="{41A08744-8D3B-45CB-907A-10E9E9312977}" dt="2026-10-13T07:05:50.157" v="3566" actId="113"/>
        <pc:sldMkLst>
          <pc:docMk/>
          <pc:sldMk cId="0" sldId="265"/>
        </pc:sldMkLst>
        <pc:spChg chg="add del">
          <ac:chgData name="悠梓 宮地" userId="babf6a0beaa2bc1b" providerId="LiveId" clId="{41A08744-8D3B-45CB-907A-10E9E9312977}" dt="2026-10-13T06:53:46.331" v="3397" actId="22"/>
          <ac:spMkLst>
            <pc:docMk/>
            <pc:sldMk cId="0" sldId="265"/>
            <ac:spMk id="7" creationId="{0E51631B-4EE3-4C03-8524-468F775FAE51}"/>
          </ac:spMkLst>
        </pc:spChg>
        <pc:spChg chg="mod">
          <ac:chgData name="悠梓 宮地" userId="babf6a0beaa2bc1b" providerId="LiveId" clId="{41A08744-8D3B-45CB-907A-10E9E9312977}" dt="2026-10-13T07:02:32.593" v="3477" actId="20577"/>
          <ac:spMkLst>
            <pc:docMk/>
            <pc:sldMk cId="0" sldId="265"/>
            <ac:spMk id="131" creationId="{00000000-0000-0000-0000-000000000000}"/>
          </ac:spMkLst>
        </pc:spChg>
        <pc:spChg chg="mod">
          <ac:chgData name="悠梓 宮地" userId="babf6a0beaa2bc1b" providerId="LiveId" clId="{41A08744-8D3B-45CB-907A-10E9E9312977}" dt="2026-10-13T07:05:50.157" v="3566" actId="113"/>
          <ac:spMkLst>
            <pc:docMk/>
            <pc:sldMk cId="0" sldId="265"/>
            <ac:spMk id="132" creationId="{00000000-0000-0000-0000-000000000000}"/>
          </ac:spMkLst>
        </pc:spChg>
        <pc:picChg chg="add del mod">
          <ac:chgData name="悠梓 宮地" userId="babf6a0beaa2bc1b" providerId="LiveId" clId="{41A08744-8D3B-45CB-907A-10E9E9312977}" dt="2026-10-13T06:53:43.836" v="3395" actId="478"/>
          <ac:picMkLst>
            <pc:docMk/>
            <pc:sldMk cId="0" sldId="265"/>
            <ac:picMk id="3" creationId="{A72DA559-27E3-42D2-819A-3D295695E859}"/>
          </ac:picMkLst>
        </pc:picChg>
        <pc:picChg chg="add mod">
          <ac:chgData name="悠梓 宮地" userId="babf6a0beaa2bc1b" providerId="LiveId" clId="{41A08744-8D3B-45CB-907A-10E9E9312977}" dt="2026-10-13T07:02:35.442" v="3478" actId="14100"/>
          <ac:picMkLst>
            <pc:docMk/>
            <pc:sldMk cId="0" sldId="265"/>
            <ac:picMk id="6" creationId="{3AD423A4-E3AA-40F1-AF07-4562800E0672}"/>
          </ac:picMkLst>
        </pc:picChg>
      </pc:sldChg>
      <pc:sldChg chg="modSp del mod">
        <pc:chgData name="悠梓 宮地" userId="babf6a0beaa2bc1b" providerId="LiveId" clId="{41A08744-8D3B-45CB-907A-10E9E9312977}" dt="2026-10-13T05:30:58.160" v="324" actId="47"/>
        <pc:sldMkLst>
          <pc:docMk/>
          <pc:sldMk cId="0" sldId="266"/>
        </pc:sldMkLst>
        <pc:spChg chg="mod">
          <ac:chgData name="悠梓 宮地" userId="babf6a0beaa2bc1b" providerId="LiveId" clId="{41A08744-8D3B-45CB-907A-10E9E9312977}" dt="2026-10-13T05:30:52.163" v="323" actId="20577"/>
          <ac:spMkLst>
            <pc:docMk/>
            <pc:sldMk cId="0" sldId="266"/>
            <ac:spMk id="138" creationId="{00000000-0000-0000-0000-000000000000}"/>
          </ac:spMkLst>
        </pc:spChg>
      </pc:sldChg>
      <pc:sldChg chg="del">
        <pc:chgData name="悠梓 宮地" userId="babf6a0beaa2bc1b" providerId="LiveId" clId="{41A08744-8D3B-45CB-907A-10E9E9312977}" dt="2026-10-13T05:30:44.902" v="322" actId="47"/>
        <pc:sldMkLst>
          <pc:docMk/>
          <pc:sldMk cId="0" sldId="267"/>
        </pc:sldMkLst>
      </pc:sldChg>
      <pc:sldChg chg="del">
        <pc:chgData name="悠梓 宮地" userId="babf6a0beaa2bc1b" providerId="LiveId" clId="{41A08744-8D3B-45CB-907A-10E9E9312977}" dt="2026-10-13T05:30:43.228" v="321" actId="47"/>
        <pc:sldMkLst>
          <pc:docMk/>
          <pc:sldMk cId="0" sldId="268"/>
        </pc:sldMkLst>
      </pc:sldChg>
      <pc:sldChg chg="del">
        <pc:chgData name="悠梓 宮地" userId="babf6a0beaa2bc1b" providerId="LiveId" clId="{41A08744-8D3B-45CB-907A-10E9E9312977}" dt="2026-10-13T05:30:39.740" v="320" actId="47"/>
        <pc:sldMkLst>
          <pc:docMk/>
          <pc:sldMk cId="0" sldId="269"/>
        </pc:sldMkLst>
      </pc:sldChg>
      <pc:sldChg chg="modSp mod ord">
        <pc:chgData name="悠梓 宮地" userId="babf6a0beaa2bc1b" providerId="LiveId" clId="{41A08744-8D3B-45CB-907A-10E9E9312977}" dt="2026-10-13T07:45:20.802" v="4727" actId="20577"/>
        <pc:sldMkLst>
          <pc:docMk/>
          <pc:sldMk cId="0" sldId="270"/>
        </pc:sldMkLst>
        <pc:spChg chg="mod">
          <ac:chgData name="悠梓 宮地" userId="babf6a0beaa2bc1b" providerId="LiveId" clId="{41A08744-8D3B-45CB-907A-10E9E9312977}" dt="2026-10-13T07:45:20.802" v="4727" actId="20577"/>
          <ac:spMkLst>
            <pc:docMk/>
            <pc:sldMk cId="0" sldId="270"/>
            <ac:spMk id="161" creationId="{00000000-0000-0000-0000-000000000000}"/>
          </ac:spMkLst>
        </pc:spChg>
        <pc:spChg chg="mod">
          <ac:chgData name="悠梓 宮地" userId="babf6a0beaa2bc1b" providerId="LiveId" clId="{41A08744-8D3B-45CB-907A-10E9E9312977}" dt="2026-10-13T07:45:01.302" v="4712" actId="2711"/>
          <ac:spMkLst>
            <pc:docMk/>
            <pc:sldMk cId="0" sldId="270"/>
            <ac:spMk id="162" creationId="{00000000-0000-0000-0000-000000000000}"/>
          </ac:spMkLst>
        </pc:spChg>
      </pc:sldChg>
      <pc:sldChg chg="del">
        <pc:chgData name="悠梓 宮地" userId="babf6a0beaa2bc1b" providerId="LiveId" clId="{41A08744-8D3B-45CB-907A-10E9E9312977}" dt="2026-10-13T05:30:35.378" v="319" actId="47"/>
        <pc:sldMkLst>
          <pc:docMk/>
          <pc:sldMk cId="0" sldId="271"/>
        </pc:sldMkLst>
      </pc:sldChg>
      <pc:sldChg chg="modSp mod">
        <pc:chgData name="悠梓 宮地" userId="babf6a0beaa2bc1b" providerId="LiveId" clId="{41A08744-8D3B-45CB-907A-10E9E9312977}" dt="2026-10-13T07:45:39.310" v="4743" actId="2711"/>
        <pc:sldMkLst>
          <pc:docMk/>
          <pc:sldMk cId="0" sldId="272"/>
        </pc:sldMkLst>
        <pc:spChg chg="mod">
          <ac:chgData name="悠梓 宮地" userId="babf6a0beaa2bc1b" providerId="LiveId" clId="{41A08744-8D3B-45CB-907A-10E9E9312977}" dt="2026-10-13T07:45:16.794" v="4724" actId="20577"/>
          <ac:spMkLst>
            <pc:docMk/>
            <pc:sldMk cId="0" sldId="272"/>
            <ac:spMk id="173" creationId="{00000000-0000-0000-0000-000000000000}"/>
          </ac:spMkLst>
        </pc:spChg>
        <pc:spChg chg="mod">
          <ac:chgData name="悠梓 宮地" userId="babf6a0beaa2bc1b" providerId="LiveId" clId="{41A08744-8D3B-45CB-907A-10E9E9312977}" dt="2026-10-13T07:45:39.310" v="4743" actId="2711"/>
          <ac:spMkLst>
            <pc:docMk/>
            <pc:sldMk cId="0" sldId="272"/>
            <ac:spMk id="174" creationId="{00000000-0000-0000-0000-000000000000}"/>
          </ac:spMkLst>
        </pc:spChg>
      </pc:sldChg>
      <pc:sldChg chg="del">
        <pc:chgData name="悠梓 宮地" userId="babf6a0beaa2bc1b" providerId="LiveId" clId="{41A08744-8D3B-45CB-907A-10E9E9312977}" dt="2026-10-13T05:30:19.511" v="318" actId="47"/>
        <pc:sldMkLst>
          <pc:docMk/>
          <pc:sldMk cId="0" sldId="273"/>
        </pc:sldMkLst>
      </pc:sldChg>
      <pc:sldChg chg="del">
        <pc:chgData name="悠梓 宮地" userId="babf6a0beaa2bc1b" providerId="LiveId" clId="{41A08744-8D3B-45CB-907A-10E9E9312977}" dt="2026-10-13T05:30:12.081" v="317" actId="47"/>
        <pc:sldMkLst>
          <pc:docMk/>
          <pc:sldMk cId="0" sldId="274"/>
        </pc:sldMkLst>
      </pc:sldChg>
      <pc:sldChg chg="modSp mod ord">
        <pc:chgData name="悠梓 宮地" userId="babf6a0beaa2bc1b" providerId="LiveId" clId="{41A08744-8D3B-45CB-907A-10E9E9312977}" dt="2026-10-13T07:55:52.298" v="4840" actId="14100"/>
        <pc:sldMkLst>
          <pc:docMk/>
          <pc:sldMk cId="0" sldId="275"/>
        </pc:sldMkLst>
        <pc:spChg chg="mod">
          <ac:chgData name="悠梓 宮地" userId="babf6a0beaa2bc1b" providerId="LiveId" clId="{41A08744-8D3B-45CB-907A-10E9E9312977}" dt="2026-10-13T07:55:52.298" v="4840" actId="14100"/>
          <ac:spMkLst>
            <pc:docMk/>
            <pc:sldMk cId="0" sldId="275"/>
            <ac:spMk id="192" creationId="{00000000-0000-0000-0000-000000000000}"/>
          </ac:spMkLst>
        </pc:spChg>
      </pc:sldChg>
      <pc:sldChg chg="add del">
        <pc:chgData name="悠梓 宮地" userId="babf6a0beaa2bc1b" providerId="LiveId" clId="{41A08744-8D3B-45CB-907A-10E9E9312977}" dt="2026-10-13T05:49:32.301" v="897" actId="47"/>
        <pc:sldMkLst>
          <pc:docMk/>
          <pc:sldMk cId="0" sldId="276"/>
        </pc:sldMkLst>
      </pc:sldChg>
      <pc:sldChg chg="delSp modSp add mod">
        <pc:chgData name="悠梓 宮地" userId="babf6a0beaa2bc1b" providerId="LiveId" clId="{41A08744-8D3B-45CB-907A-10E9E9312977}" dt="2026-10-13T06:03:20.001" v="2582" actId="14100"/>
        <pc:sldMkLst>
          <pc:docMk/>
          <pc:sldMk cId="1450099215" sldId="276"/>
        </pc:sldMkLst>
        <pc:spChg chg="mod">
          <ac:chgData name="悠梓 宮地" userId="babf6a0beaa2bc1b" providerId="LiveId" clId="{41A08744-8D3B-45CB-907A-10E9E9312977}" dt="2026-10-13T05:49:43.604" v="902" actId="20577"/>
          <ac:spMkLst>
            <pc:docMk/>
            <pc:sldMk cId="1450099215" sldId="276"/>
            <ac:spMk id="125" creationId="{00000000-0000-0000-0000-000000000000}"/>
          </ac:spMkLst>
        </pc:spChg>
        <pc:spChg chg="mod">
          <ac:chgData name="悠梓 宮地" userId="babf6a0beaa2bc1b" providerId="LiveId" clId="{41A08744-8D3B-45CB-907A-10E9E9312977}" dt="2026-10-13T06:03:20.001" v="2582" actId="14100"/>
          <ac:spMkLst>
            <pc:docMk/>
            <pc:sldMk cId="1450099215" sldId="276"/>
            <ac:spMk id="126" creationId="{00000000-0000-0000-0000-000000000000}"/>
          </ac:spMkLst>
        </pc:spChg>
        <pc:picChg chg="del">
          <ac:chgData name="悠梓 宮地" userId="babf6a0beaa2bc1b" providerId="LiveId" clId="{41A08744-8D3B-45CB-907A-10E9E9312977}" dt="2026-10-13T05:49:40.504" v="899" actId="478"/>
          <ac:picMkLst>
            <pc:docMk/>
            <pc:sldMk cId="1450099215" sldId="276"/>
            <ac:picMk id="3" creationId="{9EAFBCDE-C09E-42E1-B18F-50283D7FDD39}"/>
          </ac:picMkLst>
        </pc:picChg>
      </pc:sldChg>
      <pc:sldChg chg="addSp delSp modSp add mod">
        <pc:chgData name="悠梓 宮地" userId="babf6a0beaa2bc1b" providerId="LiveId" clId="{41A08744-8D3B-45CB-907A-10E9E9312977}" dt="2026-10-13T06:48:06.532" v="3394" actId="20577"/>
        <pc:sldMkLst>
          <pc:docMk/>
          <pc:sldMk cId="3368016187" sldId="277"/>
        </pc:sldMkLst>
        <pc:spChg chg="add del">
          <ac:chgData name="悠梓 宮地" userId="babf6a0beaa2bc1b" providerId="LiveId" clId="{41A08744-8D3B-45CB-907A-10E9E9312977}" dt="2026-10-13T05:54:31.272" v="1906"/>
          <ac:spMkLst>
            <pc:docMk/>
            <pc:sldMk cId="3368016187" sldId="277"/>
            <ac:spMk id="2" creationId="{526A47B5-61D5-49CC-8784-15B4CDAE9325}"/>
          </ac:spMkLst>
        </pc:spChg>
        <pc:spChg chg="add del">
          <ac:chgData name="悠梓 宮地" userId="babf6a0beaa2bc1b" providerId="LiveId" clId="{41A08744-8D3B-45CB-907A-10E9E9312977}" dt="2026-10-13T05:54:33.479" v="1908"/>
          <ac:spMkLst>
            <pc:docMk/>
            <pc:sldMk cId="3368016187" sldId="277"/>
            <ac:spMk id="3" creationId="{01ABF95E-460D-44F2-9229-FD572700AF93}"/>
          </ac:spMkLst>
        </pc:spChg>
        <pc:spChg chg="mod">
          <ac:chgData name="悠梓 宮地" userId="babf6a0beaa2bc1b" providerId="LiveId" clId="{41A08744-8D3B-45CB-907A-10E9E9312977}" dt="2026-10-13T05:53:39.850" v="1763" actId="20577"/>
          <ac:spMkLst>
            <pc:docMk/>
            <pc:sldMk cId="3368016187" sldId="277"/>
            <ac:spMk id="125" creationId="{00000000-0000-0000-0000-000000000000}"/>
          </ac:spMkLst>
        </pc:spChg>
        <pc:spChg chg="mod">
          <ac:chgData name="悠梓 宮地" userId="babf6a0beaa2bc1b" providerId="LiveId" clId="{41A08744-8D3B-45CB-907A-10E9E9312977}" dt="2026-10-13T06:48:06.532" v="3394" actId="20577"/>
          <ac:spMkLst>
            <pc:docMk/>
            <pc:sldMk cId="3368016187" sldId="277"/>
            <ac:spMk id="126" creationId="{00000000-0000-0000-0000-000000000000}"/>
          </ac:spMkLst>
        </pc:spChg>
      </pc:sldChg>
      <pc:sldChg chg="modSp add mod">
        <pc:chgData name="悠梓 宮地" userId="babf6a0beaa2bc1b" providerId="LiveId" clId="{41A08744-8D3B-45CB-907A-10E9E9312977}" dt="2026-10-13T05:59:04.617" v="2563" actId="20577"/>
        <pc:sldMkLst>
          <pc:docMk/>
          <pc:sldMk cId="191427139" sldId="278"/>
        </pc:sldMkLst>
        <pc:spChg chg="mod">
          <ac:chgData name="悠梓 宮地" userId="babf6a0beaa2bc1b" providerId="LiveId" clId="{41A08744-8D3B-45CB-907A-10E9E9312977}" dt="2026-10-13T05:55:57.050" v="1929" actId="20577"/>
          <ac:spMkLst>
            <pc:docMk/>
            <pc:sldMk cId="191427139" sldId="278"/>
            <ac:spMk id="125" creationId="{00000000-0000-0000-0000-000000000000}"/>
          </ac:spMkLst>
        </pc:spChg>
        <pc:spChg chg="mod">
          <ac:chgData name="悠梓 宮地" userId="babf6a0beaa2bc1b" providerId="LiveId" clId="{41A08744-8D3B-45CB-907A-10E9E9312977}" dt="2026-10-13T05:59:04.617" v="2563" actId="20577"/>
          <ac:spMkLst>
            <pc:docMk/>
            <pc:sldMk cId="191427139" sldId="278"/>
            <ac:spMk id="126" creationId="{00000000-0000-0000-0000-000000000000}"/>
          </ac:spMkLst>
        </pc:spChg>
      </pc:sldChg>
      <pc:sldChg chg="modSp add mod">
        <pc:chgData name="悠梓 宮地" userId="babf6a0beaa2bc1b" providerId="LiveId" clId="{41A08744-8D3B-45CB-907A-10E9E9312977}" dt="2026-10-13T06:36:40.073" v="3337" actId="1076"/>
        <pc:sldMkLst>
          <pc:docMk/>
          <pc:sldMk cId="1596828566" sldId="279"/>
        </pc:sldMkLst>
        <pc:spChg chg="mod">
          <ac:chgData name="悠梓 宮地" userId="babf6a0beaa2bc1b" providerId="LiveId" clId="{41A08744-8D3B-45CB-907A-10E9E9312977}" dt="2026-10-13T06:35:59.668" v="3317" actId="113"/>
          <ac:spMkLst>
            <pc:docMk/>
            <pc:sldMk cId="1596828566" sldId="279"/>
            <ac:spMk id="89" creationId="{00000000-0000-0000-0000-000000000000}"/>
          </ac:spMkLst>
        </pc:spChg>
        <pc:spChg chg="mod">
          <ac:chgData name="悠梓 宮地" userId="babf6a0beaa2bc1b" providerId="LiveId" clId="{41A08744-8D3B-45CB-907A-10E9E9312977}" dt="2026-10-13T06:36:40.073" v="3337" actId="1076"/>
          <ac:spMkLst>
            <pc:docMk/>
            <pc:sldMk cId="1596828566" sldId="279"/>
            <ac:spMk id="90" creationId="{00000000-0000-0000-0000-000000000000}"/>
          </ac:spMkLst>
        </pc:spChg>
      </pc:sldChg>
      <pc:sldChg chg="addSp delSp modSp add mod">
        <pc:chgData name="悠梓 宮地" userId="babf6a0beaa2bc1b" providerId="LiveId" clId="{41A08744-8D3B-45CB-907A-10E9E9312977}" dt="2026-10-13T07:25:40.312" v="4203" actId="113"/>
        <pc:sldMkLst>
          <pc:docMk/>
          <pc:sldMk cId="2778180535" sldId="280"/>
        </pc:sldMkLst>
        <pc:spChg chg="mod">
          <ac:chgData name="悠梓 宮地" userId="babf6a0beaa2bc1b" providerId="LiveId" clId="{41A08744-8D3B-45CB-907A-10E9E9312977}" dt="2026-10-13T07:22:21.714" v="3812" actId="20577"/>
          <ac:spMkLst>
            <pc:docMk/>
            <pc:sldMk cId="2778180535" sldId="280"/>
            <ac:spMk id="131" creationId="{00000000-0000-0000-0000-000000000000}"/>
          </ac:spMkLst>
        </pc:spChg>
        <pc:spChg chg="mod">
          <ac:chgData name="悠梓 宮地" userId="babf6a0beaa2bc1b" providerId="LiveId" clId="{41A08744-8D3B-45CB-907A-10E9E9312977}" dt="2026-10-13T07:25:40.312" v="4203" actId="113"/>
          <ac:spMkLst>
            <pc:docMk/>
            <pc:sldMk cId="2778180535" sldId="280"/>
            <ac:spMk id="132" creationId="{00000000-0000-0000-0000-000000000000}"/>
          </ac:spMkLst>
        </pc:spChg>
        <pc:picChg chg="add del mod">
          <ac:chgData name="悠梓 宮地" userId="babf6a0beaa2bc1b" providerId="LiveId" clId="{41A08744-8D3B-45CB-907A-10E9E9312977}" dt="2026-10-13T06:42:07.797" v="3375" actId="21"/>
          <ac:picMkLst>
            <pc:docMk/>
            <pc:sldMk cId="2778180535" sldId="280"/>
            <ac:picMk id="3" creationId="{D516064D-D5C2-4E18-88C1-BF2D73123771}"/>
          </ac:picMkLst>
        </pc:picChg>
      </pc:sldChg>
      <pc:sldChg chg="delSp modSp add mod">
        <pc:chgData name="悠梓 宮地" userId="babf6a0beaa2bc1b" providerId="LiveId" clId="{41A08744-8D3B-45CB-907A-10E9E9312977}" dt="2026-10-13T07:05:46.732" v="3565" actId="113"/>
        <pc:sldMkLst>
          <pc:docMk/>
          <pc:sldMk cId="1118912938" sldId="281"/>
        </pc:sldMkLst>
        <pc:spChg chg="mod">
          <ac:chgData name="悠梓 宮地" userId="babf6a0beaa2bc1b" providerId="LiveId" clId="{41A08744-8D3B-45CB-907A-10E9E9312977}" dt="2026-10-13T07:03:16.431" v="3522" actId="20577"/>
          <ac:spMkLst>
            <pc:docMk/>
            <pc:sldMk cId="1118912938" sldId="281"/>
            <ac:spMk id="131" creationId="{00000000-0000-0000-0000-000000000000}"/>
          </ac:spMkLst>
        </pc:spChg>
        <pc:spChg chg="mod">
          <ac:chgData name="悠梓 宮地" userId="babf6a0beaa2bc1b" providerId="LiveId" clId="{41A08744-8D3B-45CB-907A-10E9E9312977}" dt="2026-10-13T07:05:46.732" v="3565" actId="113"/>
          <ac:spMkLst>
            <pc:docMk/>
            <pc:sldMk cId="1118912938" sldId="281"/>
            <ac:spMk id="132" creationId="{00000000-0000-0000-0000-000000000000}"/>
          </ac:spMkLst>
        </pc:spChg>
        <pc:picChg chg="del">
          <ac:chgData name="悠梓 宮地" userId="babf6a0beaa2bc1b" providerId="LiveId" clId="{41A08744-8D3B-45CB-907A-10E9E9312977}" dt="2026-10-13T07:00:53.579" v="3432" actId="478"/>
          <ac:picMkLst>
            <pc:docMk/>
            <pc:sldMk cId="1118912938" sldId="281"/>
            <ac:picMk id="6" creationId="{3AD423A4-E3AA-40F1-AF07-4562800E0672}"/>
          </ac:picMkLst>
        </pc:picChg>
      </pc:sldChg>
      <pc:sldChg chg="add del">
        <pc:chgData name="悠梓 宮地" userId="babf6a0beaa2bc1b" providerId="LiveId" clId="{41A08744-8D3B-45CB-907A-10E9E9312977}" dt="2026-10-13T06:42:11.393" v="3377"/>
        <pc:sldMkLst>
          <pc:docMk/>
          <pc:sldMk cId="2009358543" sldId="281"/>
        </pc:sldMkLst>
      </pc:sldChg>
      <pc:sldChg chg="add del">
        <pc:chgData name="悠梓 宮地" userId="babf6a0beaa2bc1b" providerId="LiveId" clId="{41A08744-8D3B-45CB-907A-10E9E9312977}" dt="2026-10-13T06:41:30.760" v="3372"/>
        <pc:sldMkLst>
          <pc:docMk/>
          <pc:sldMk cId="2898742709" sldId="281"/>
        </pc:sldMkLst>
      </pc:sldChg>
      <pc:sldChg chg="modSp add mod">
        <pc:chgData name="悠梓 宮地" userId="babf6a0beaa2bc1b" providerId="LiveId" clId="{41A08744-8D3B-45CB-907A-10E9E9312977}" dt="2026-10-13T07:06:33.122" v="3567" actId="14100"/>
        <pc:sldMkLst>
          <pc:docMk/>
          <pc:sldMk cId="1484390505" sldId="282"/>
        </pc:sldMkLst>
        <pc:spChg chg="mod">
          <ac:chgData name="悠梓 宮地" userId="babf6a0beaa2bc1b" providerId="LiveId" clId="{41A08744-8D3B-45CB-907A-10E9E9312977}" dt="2026-10-13T07:04:25.793" v="3528" actId="20577"/>
          <ac:spMkLst>
            <pc:docMk/>
            <pc:sldMk cId="1484390505" sldId="282"/>
            <ac:spMk id="131" creationId="{00000000-0000-0000-0000-000000000000}"/>
          </ac:spMkLst>
        </pc:spChg>
        <pc:spChg chg="mod">
          <ac:chgData name="悠梓 宮地" userId="babf6a0beaa2bc1b" providerId="LiveId" clId="{41A08744-8D3B-45CB-907A-10E9E9312977}" dt="2026-10-13T07:06:33.122" v="3567" actId="14100"/>
          <ac:spMkLst>
            <pc:docMk/>
            <pc:sldMk cId="1484390505" sldId="282"/>
            <ac:spMk id="132" creationId="{00000000-0000-0000-0000-000000000000}"/>
          </ac:spMkLst>
        </pc:spChg>
      </pc:sldChg>
      <pc:sldChg chg="modSp add mod">
        <pc:chgData name="悠梓 宮地" userId="babf6a0beaa2bc1b" providerId="LiveId" clId="{41A08744-8D3B-45CB-907A-10E9E9312977}" dt="2026-10-13T07:07:13.753" v="3595" actId="14100"/>
        <pc:sldMkLst>
          <pc:docMk/>
          <pc:sldMk cId="2097015643" sldId="283"/>
        </pc:sldMkLst>
        <pc:spChg chg="mod">
          <ac:chgData name="悠梓 宮地" userId="babf6a0beaa2bc1b" providerId="LiveId" clId="{41A08744-8D3B-45CB-907A-10E9E9312977}" dt="2026-10-13T07:06:42.046" v="3572" actId="20577"/>
          <ac:spMkLst>
            <pc:docMk/>
            <pc:sldMk cId="2097015643" sldId="283"/>
            <ac:spMk id="131" creationId="{00000000-0000-0000-0000-000000000000}"/>
          </ac:spMkLst>
        </pc:spChg>
        <pc:spChg chg="mod">
          <ac:chgData name="悠梓 宮地" userId="babf6a0beaa2bc1b" providerId="LiveId" clId="{41A08744-8D3B-45CB-907A-10E9E9312977}" dt="2026-10-13T07:07:13.753" v="3595" actId="14100"/>
          <ac:spMkLst>
            <pc:docMk/>
            <pc:sldMk cId="2097015643" sldId="283"/>
            <ac:spMk id="132" creationId="{00000000-0000-0000-0000-000000000000}"/>
          </ac:spMkLst>
        </pc:spChg>
      </pc:sldChg>
      <pc:sldChg chg="modSp add mod">
        <pc:chgData name="悠梓 宮地" userId="babf6a0beaa2bc1b" providerId="LiveId" clId="{41A08744-8D3B-45CB-907A-10E9E9312977}" dt="2026-10-13T07:09:36.853" v="3609" actId="2711"/>
        <pc:sldMkLst>
          <pc:docMk/>
          <pc:sldMk cId="1763053801" sldId="284"/>
        </pc:sldMkLst>
        <pc:spChg chg="mod">
          <ac:chgData name="悠梓 宮地" userId="babf6a0beaa2bc1b" providerId="LiveId" clId="{41A08744-8D3B-45CB-907A-10E9E9312977}" dt="2026-10-13T07:09:16.736" v="3600" actId="20577"/>
          <ac:spMkLst>
            <pc:docMk/>
            <pc:sldMk cId="1763053801" sldId="284"/>
            <ac:spMk id="131" creationId="{00000000-0000-0000-0000-000000000000}"/>
          </ac:spMkLst>
        </pc:spChg>
        <pc:spChg chg="mod">
          <ac:chgData name="悠梓 宮地" userId="babf6a0beaa2bc1b" providerId="LiveId" clId="{41A08744-8D3B-45CB-907A-10E9E9312977}" dt="2026-10-13T07:09:36.853" v="3609" actId="2711"/>
          <ac:spMkLst>
            <pc:docMk/>
            <pc:sldMk cId="1763053801" sldId="284"/>
            <ac:spMk id="132" creationId="{00000000-0000-0000-0000-000000000000}"/>
          </ac:spMkLst>
        </pc:spChg>
      </pc:sldChg>
      <pc:sldChg chg="modSp add mod">
        <pc:chgData name="悠梓 宮地" userId="babf6a0beaa2bc1b" providerId="LiveId" clId="{41A08744-8D3B-45CB-907A-10E9E9312977}" dt="2026-10-13T07:11:40.543" v="3652" actId="20577"/>
        <pc:sldMkLst>
          <pc:docMk/>
          <pc:sldMk cId="2010429116" sldId="285"/>
        </pc:sldMkLst>
        <pc:spChg chg="mod">
          <ac:chgData name="悠梓 宮地" userId="babf6a0beaa2bc1b" providerId="LiveId" clId="{41A08744-8D3B-45CB-907A-10E9E9312977}" dt="2026-10-13T07:09:48.848" v="3617" actId="20577"/>
          <ac:spMkLst>
            <pc:docMk/>
            <pc:sldMk cId="2010429116" sldId="285"/>
            <ac:spMk id="131" creationId="{00000000-0000-0000-0000-000000000000}"/>
          </ac:spMkLst>
        </pc:spChg>
        <pc:spChg chg="mod">
          <ac:chgData name="悠梓 宮地" userId="babf6a0beaa2bc1b" providerId="LiveId" clId="{41A08744-8D3B-45CB-907A-10E9E9312977}" dt="2026-10-13T07:11:40.543" v="3652" actId="20577"/>
          <ac:spMkLst>
            <pc:docMk/>
            <pc:sldMk cId="2010429116" sldId="285"/>
            <ac:spMk id="132" creationId="{00000000-0000-0000-0000-000000000000}"/>
          </ac:spMkLst>
        </pc:spChg>
      </pc:sldChg>
      <pc:sldChg chg="modSp add mod">
        <pc:chgData name="悠梓 宮地" userId="babf6a0beaa2bc1b" providerId="LiveId" clId="{41A08744-8D3B-45CB-907A-10E9E9312977}" dt="2026-10-13T07:10:41.783" v="3651" actId="2711"/>
        <pc:sldMkLst>
          <pc:docMk/>
          <pc:sldMk cId="192893224" sldId="286"/>
        </pc:sldMkLst>
        <pc:spChg chg="mod">
          <ac:chgData name="悠梓 宮地" userId="babf6a0beaa2bc1b" providerId="LiveId" clId="{41A08744-8D3B-45CB-907A-10E9E9312977}" dt="2026-10-13T07:09:55.957" v="3624" actId="20577"/>
          <ac:spMkLst>
            <pc:docMk/>
            <pc:sldMk cId="192893224" sldId="286"/>
            <ac:spMk id="131" creationId="{00000000-0000-0000-0000-000000000000}"/>
          </ac:spMkLst>
        </pc:spChg>
        <pc:spChg chg="mod">
          <ac:chgData name="悠梓 宮地" userId="babf6a0beaa2bc1b" providerId="LiveId" clId="{41A08744-8D3B-45CB-907A-10E9E9312977}" dt="2026-10-13T07:10:41.783" v="3651" actId="2711"/>
          <ac:spMkLst>
            <pc:docMk/>
            <pc:sldMk cId="192893224" sldId="286"/>
            <ac:spMk id="132" creationId="{00000000-0000-0000-0000-000000000000}"/>
          </ac:spMkLst>
        </pc:spChg>
      </pc:sldChg>
      <pc:sldChg chg="modSp add mod">
        <pc:chgData name="悠梓 宮地" userId="babf6a0beaa2bc1b" providerId="LiveId" clId="{41A08744-8D3B-45CB-907A-10E9E9312977}" dt="2026-10-13T07:43:26.707" v="4689" actId="20577"/>
        <pc:sldMkLst>
          <pc:docMk/>
          <pc:sldMk cId="2836917441" sldId="287"/>
        </pc:sldMkLst>
        <pc:spChg chg="mod">
          <ac:chgData name="悠梓 宮地" userId="babf6a0beaa2bc1b" providerId="LiveId" clId="{41A08744-8D3B-45CB-907A-10E9E9312977}" dt="2026-10-13T07:32:23.393" v="4222" actId="20577"/>
          <ac:spMkLst>
            <pc:docMk/>
            <pc:sldMk cId="2836917441" sldId="287"/>
            <ac:spMk id="131" creationId="{00000000-0000-0000-0000-000000000000}"/>
          </ac:spMkLst>
        </pc:spChg>
        <pc:spChg chg="mod">
          <ac:chgData name="悠梓 宮地" userId="babf6a0beaa2bc1b" providerId="LiveId" clId="{41A08744-8D3B-45CB-907A-10E9E9312977}" dt="2026-10-13T07:43:26.707" v="4689" actId="20577"/>
          <ac:spMkLst>
            <pc:docMk/>
            <pc:sldMk cId="2836917441" sldId="287"/>
            <ac:spMk id="132" creationId="{00000000-0000-0000-0000-000000000000}"/>
          </ac:spMkLst>
        </pc:spChg>
      </pc:sldChg>
      <pc:sldChg chg="modSp add mod">
        <pc:chgData name="悠梓 宮地" userId="babf6a0beaa2bc1b" providerId="LiveId" clId="{41A08744-8D3B-45CB-907A-10E9E9312977}" dt="2026-10-13T07:43:31.938" v="4695" actId="20577"/>
        <pc:sldMkLst>
          <pc:docMk/>
          <pc:sldMk cId="856936313" sldId="288"/>
        </pc:sldMkLst>
        <pc:spChg chg="mod">
          <ac:chgData name="悠梓 宮地" userId="babf6a0beaa2bc1b" providerId="LiveId" clId="{41A08744-8D3B-45CB-907A-10E9E9312977}" dt="2026-10-13T07:32:40.249" v="4253" actId="20577"/>
          <ac:spMkLst>
            <pc:docMk/>
            <pc:sldMk cId="856936313" sldId="288"/>
            <ac:spMk id="131" creationId="{00000000-0000-0000-0000-000000000000}"/>
          </ac:spMkLst>
        </pc:spChg>
        <pc:spChg chg="mod">
          <ac:chgData name="悠梓 宮地" userId="babf6a0beaa2bc1b" providerId="LiveId" clId="{41A08744-8D3B-45CB-907A-10E9E9312977}" dt="2026-10-13T07:43:31.938" v="4695" actId="20577"/>
          <ac:spMkLst>
            <pc:docMk/>
            <pc:sldMk cId="856936313" sldId="288"/>
            <ac:spMk id="132" creationId="{00000000-0000-0000-0000-000000000000}"/>
          </ac:spMkLst>
        </pc:spChg>
      </pc:sldChg>
      <pc:sldChg chg="modSp add mod">
        <pc:chgData name="悠梓 宮地" userId="babf6a0beaa2bc1b" providerId="LiveId" clId="{41A08744-8D3B-45CB-907A-10E9E9312977}" dt="2026-10-13T07:51:52.178" v="4824" actId="14100"/>
        <pc:sldMkLst>
          <pc:docMk/>
          <pc:sldMk cId="3696033908" sldId="289"/>
        </pc:sldMkLst>
        <pc:spChg chg="mod">
          <ac:chgData name="悠梓 宮地" userId="babf6a0beaa2bc1b" providerId="LiveId" clId="{41A08744-8D3B-45CB-907A-10E9E9312977}" dt="2026-10-13T07:50:21.574" v="4779" actId="20577"/>
          <ac:spMkLst>
            <pc:docMk/>
            <pc:sldMk cId="3696033908" sldId="289"/>
            <ac:spMk id="173" creationId="{00000000-0000-0000-0000-000000000000}"/>
          </ac:spMkLst>
        </pc:spChg>
        <pc:spChg chg="mod">
          <ac:chgData name="悠梓 宮地" userId="babf6a0beaa2bc1b" providerId="LiveId" clId="{41A08744-8D3B-45CB-907A-10E9E9312977}" dt="2026-10-13T07:51:52.178" v="4824" actId="14100"/>
          <ac:spMkLst>
            <pc:docMk/>
            <pc:sldMk cId="3696033908" sldId="289"/>
            <ac:spMk id="174" creationId="{00000000-0000-0000-0000-000000000000}"/>
          </ac:spMkLst>
        </pc:spChg>
      </pc:sldChg>
      <pc:sldChg chg="modSp add mod">
        <pc:chgData name="悠梓 宮地" userId="babf6a0beaa2bc1b" providerId="LiveId" clId="{41A08744-8D3B-45CB-907A-10E9E9312977}" dt="2026-10-13T07:51:41.651" v="4823" actId="14100"/>
        <pc:sldMkLst>
          <pc:docMk/>
          <pc:sldMk cId="679530028" sldId="290"/>
        </pc:sldMkLst>
        <pc:spChg chg="mod">
          <ac:chgData name="悠梓 宮地" userId="babf6a0beaa2bc1b" providerId="LiveId" clId="{41A08744-8D3B-45CB-907A-10E9E9312977}" dt="2026-10-13T07:50:29.728" v="4785" actId="20577"/>
          <ac:spMkLst>
            <pc:docMk/>
            <pc:sldMk cId="679530028" sldId="290"/>
            <ac:spMk id="173" creationId="{00000000-0000-0000-0000-000000000000}"/>
          </ac:spMkLst>
        </pc:spChg>
        <pc:spChg chg="mod">
          <ac:chgData name="悠梓 宮地" userId="babf6a0beaa2bc1b" providerId="LiveId" clId="{41A08744-8D3B-45CB-907A-10E9E9312977}" dt="2026-10-13T07:51:41.651" v="4823" actId="14100"/>
          <ac:spMkLst>
            <pc:docMk/>
            <pc:sldMk cId="679530028" sldId="290"/>
            <ac:spMk id="17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3f661477c09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3f661477c09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3f661477c09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3f661477c09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828272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3f661477c09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3f661477c09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188197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3f661477c09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3f661477c09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716637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3f57dcf6d39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7" name="Google Shape;87;g3f57dcf6d39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3f57dcf6d39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7" name="Google Shape;87;g3f57dcf6d39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563880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f661477c0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3f661477c0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f661477c0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3f661477c0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361011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f661477c0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3f661477c0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640439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f661477c0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3f661477c0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988236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f661477c0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3f661477c0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743627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f661477c0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3f661477c0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414259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f661477c0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3f661477c0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4294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f661477c0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3f661477c0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201853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f661477c0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3f661477c0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877753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f661477c0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3f661477c0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550827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3f661477c09_0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 name="Google Shape;159;g3f661477c09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3f661477c09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3f661477c09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3f661477c09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3f661477c09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695714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3f661477c09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3f661477c09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7169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3f661477c09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3f661477c09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sp>
        <p:nvSpPr>
          <p:cNvPr id="10" name="Google Shape;10;p2"/>
          <p:cNvSpPr/>
          <p:nvPr/>
        </p:nvSpPr>
        <p:spPr>
          <a:xfrm>
            <a:off x="0" y="100"/>
            <a:ext cx="9144000" cy="1711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 name="Google Shape;11;p2"/>
          <p:cNvCxnSpPr/>
          <p:nvPr/>
        </p:nvCxnSpPr>
        <p:spPr>
          <a:xfrm>
            <a:off x="641934" y="3597500"/>
            <a:ext cx="390300" cy="0"/>
          </a:xfrm>
          <a:prstGeom prst="straightConnector1">
            <a:avLst/>
          </a:prstGeom>
          <a:noFill/>
          <a:ln w="28575" cap="flat" cmpd="sng">
            <a:solidFill>
              <a:schemeClr val="accent1"/>
            </a:solidFill>
            <a:prstDash val="solid"/>
            <a:round/>
            <a:headEnd type="none" w="sm" len="sm"/>
            <a:tailEnd type="none" w="sm" len="sm"/>
          </a:ln>
        </p:spPr>
      </p:cxnSp>
      <p:sp>
        <p:nvSpPr>
          <p:cNvPr id="12" name="Google Shape;12;p2"/>
          <p:cNvSpPr txBox="1">
            <a:spLocks noGrp="1"/>
          </p:cNvSpPr>
          <p:nvPr>
            <p:ph type="ctrTitle"/>
          </p:nvPr>
        </p:nvSpPr>
        <p:spPr>
          <a:xfrm>
            <a:off x="512700" y="1893300"/>
            <a:ext cx="8118600" cy="1522800"/>
          </a:xfrm>
          <a:prstGeom prst="rect">
            <a:avLst/>
          </a:prstGeom>
        </p:spPr>
        <p:txBody>
          <a:bodyPr spcFirstLastPara="1" wrap="square" lIns="91425" tIns="91425" rIns="91425" bIns="91425" anchor="b" anchorCtr="0">
            <a:normAutofit/>
          </a:bodyPr>
          <a:lstStyle>
            <a:lvl1pPr lvl="0">
              <a:spcBef>
                <a:spcPts val="0"/>
              </a:spcBef>
              <a:spcAft>
                <a:spcPts val="0"/>
              </a:spcAft>
              <a:buClr>
                <a:schemeClr val="accent1"/>
              </a:buClr>
              <a:buSzPts val="4200"/>
              <a:buNone/>
              <a:defRPr sz="4200">
                <a:solidFill>
                  <a:schemeClr val="accent1"/>
                </a:solidFill>
              </a:defRPr>
            </a:lvl1pPr>
            <a:lvl2pPr lvl="1">
              <a:spcBef>
                <a:spcPts val="0"/>
              </a:spcBef>
              <a:spcAft>
                <a:spcPts val="0"/>
              </a:spcAft>
              <a:buClr>
                <a:schemeClr val="accent1"/>
              </a:buClr>
              <a:buSzPts val="4200"/>
              <a:buNone/>
              <a:defRPr sz="4200">
                <a:solidFill>
                  <a:schemeClr val="accent1"/>
                </a:solidFill>
              </a:defRPr>
            </a:lvl2pPr>
            <a:lvl3pPr lvl="2">
              <a:spcBef>
                <a:spcPts val="0"/>
              </a:spcBef>
              <a:spcAft>
                <a:spcPts val="0"/>
              </a:spcAft>
              <a:buClr>
                <a:schemeClr val="accent1"/>
              </a:buClr>
              <a:buSzPts val="4200"/>
              <a:buNone/>
              <a:defRPr sz="4200">
                <a:solidFill>
                  <a:schemeClr val="accent1"/>
                </a:solidFill>
              </a:defRPr>
            </a:lvl3pPr>
            <a:lvl4pPr lvl="3">
              <a:spcBef>
                <a:spcPts val="0"/>
              </a:spcBef>
              <a:spcAft>
                <a:spcPts val="0"/>
              </a:spcAft>
              <a:buClr>
                <a:schemeClr val="accent1"/>
              </a:buClr>
              <a:buSzPts val="4200"/>
              <a:buNone/>
              <a:defRPr sz="4200">
                <a:solidFill>
                  <a:schemeClr val="accent1"/>
                </a:solidFill>
              </a:defRPr>
            </a:lvl4pPr>
            <a:lvl5pPr lvl="4">
              <a:spcBef>
                <a:spcPts val="0"/>
              </a:spcBef>
              <a:spcAft>
                <a:spcPts val="0"/>
              </a:spcAft>
              <a:buClr>
                <a:schemeClr val="accent1"/>
              </a:buClr>
              <a:buSzPts val="4200"/>
              <a:buNone/>
              <a:defRPr sz="4200">
                <a:solidFill>
                  <a:schemeClr val="accent1"/>
                </a:solidFill>
              </a:defRPr>
            </a:lvl5pPr>
            <a:lvl6pPr lvl="5">
              <a:spcBef>
                <a:spcPts val="0"/>
              </a:spcBef>
              <a:spcAft>
                <a:spcPts val="0"/>
              </a:spcAft>
              <a:buClr>
                <a:schemeClr val="accent1"/>
              </a:buClr>
              <a:buSzPts val="4200"/>
              <a:buNone/>
              <a:defRPr sz="4200">
                <a:solidFill>
                  <a:schemeClr val="accent1"/>
                </a:solidFill>
              </a:defRPr>
            </a:lvl6pPr>
            <a:lvl7pPr lvl="6">
              <a:spcBef>
                <a:spcPts val="0"/>
              </a:spcBef>
              <a:spcAft>
                <a:spcPts val="0"/>
              </a:spcAft>
              <a:buClr>
                <a:schemeClr val="accent1"/>
              </a:buClr>
              <a:buSzPts val="4200"/>
              <a:buNone/>
              <a:defRPr sz="4200">
                <a:solidFill>
                  <a:schemeClr val="accent1"/>
                </a:solidFill>
              </a:defRPr>
            </a:lvl7pPr>
            <a:lvl8pPr lvl="7">
              <a:spcBef>
                <a:spcPts val="0"/>
              </a:spcBef>
              <a:spcAft>
                <a:spcPts val="0"/>
              </a:spcAft>
              <a:buClr>
                <a:schemeClr val="accent1"/>
              </a:buClr>
              <a:buSzPts val="4200"/>
              <a:buNone/>
              <a:defRPr sz="4200">
                <a:solidFill>
                  <a:schemeClr val="accent1"/>
                </a:solidFill>
              </a:defRPr>
            </a:lvl8pPr>
            <a:lvl9pPr lvl="8">
              <a:spcBef>
                <a:spcPts val="0"/>
              </a:spcBef>
              <a:spcAft>
                <a:spcPts val="0"/>
              </a:spcAft>
              <a:buClr>
                <a:schemeClr val="accent1"/>
              </a:buClr>
              <a:buSzPts val="4200"/>
              <a:buNone/>
              <a:defRPr sz="4200">
                <a:solidFill>
                  <a:schemeClr val="accent1"/>
                </a:solidFill>
              </a:defRPr>
            </a:lvl9pPr>
          </a:lstStyle>
          <a:p>
            <a:endParaRPr/>
          </a:p>
        </p:txBody>
      </p:sp>
      <p:sp>
        <p:nvSpPr>
          <p:cNvPr id="13" name="Google Shape;13;p2"/>
          <p:cNvSpPr txBox="1">
            <a:spLocks noGrp="1"/>
          </p:cNvSpPr>
          <p:nvPr>
            <p:ph type="subTitle" idx="1"/>
          </p:nvPr>
        </p:nvSpPr>
        <p:spPr>
          <a:xfrm>
            <a:off x="512700" y="3840639"/>
            <a:ext cx="8118600" cy="7875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accent2"/>
              </a:buClr>
              <a:buSzPts val="2400"/>
              <a:buNone/>
              <a:defRPr sz="2400">
                <a:solidFill>
                  <a:schemeClr val="accent2"/>
                </a:solidFill>
              </a:defRPr>
            </a:lvl1pPr>
            <a:lvl2pPr lvl="1">
              <a:lnSpc>
                <a:spcPct val="100000"/>
              </a:lnSpc>
              <a:spcBef>
                <a:spcPts val="0"/>
              </a:spcBef>
              <a:spcAft>
                <a:spcPts val="0"/>
              </a:spcAft>
              <a:buClr>
                <a:schemeClr val="accent2"/>
              </a:buClr>
              <a:buSzPts val="2400"/>
              <a:buNone/>
              <a:defRPr sz="2400">
                <a:solidFill>
                  <a:schemeClr val="accent2"/>
                </a:solidFill>
              </a:defRPr>
            </a:lvl2pPr>
            <a:lvl3pPr lvl="2">
              <a:lnSpc>
                <a:spcPct val="100000"/>
              </a:lnSpc>
              <a:spcBef>
                <a:spcPts val="0"/>
              </a:spcBef>
              <a:spcAft>
                <a:spcPts val="0"/>
              </a:spcAft>
              <a:buClr>
                <a:schemeClr val="accent2"/>
              </a:buClr>
              <a:buSzPts val="2400"/>
              <a:buNone/>
              <a:defRPr sz="2400">
                <a:solidFill>
                  <a:schemeClr val="accent2"/>
                </a:solidFill>
              </a:defRPr>
            </a:lvl3pPr>
            <a:lvl4pPr lvl="3">
              <a:lnSpc>
                <a:spcPct val="100000"/>
              </a:lnSpc>
              <a:spcBef>
                <a:spcPts val="0"/>
              </a:spcBef>
              <a:spcAft>
                <a:spcPts val="0"/>
              </a:spcAft>
              <a:buClr>
                <a:schemeClr val="accent2"/>
              </a:buClr>
              <a:buSzPts val="2400"/>
              <a:buNone/>
              <a:defRPr sz="2400">
                <a:solidFill>
                  <a:schemeClr val="accent2"/>
                </a:solidFill>
              </a:defRPr>
            </a:lvl4pPr>
            <a:lvl5pPr lvl="4">
              <a:lnSpc>
                <a:spcPct val="100000"/>
              </a:lnSpc>
              <a:spcBef>
                <a:spcPts val="0"/>
              </a:spcBef>
              <a:spcAft>
                <a:spcPts val="0"/>
              </a:spcAft>
              <a:buClr>
                <a:schemeClr val="accent2"/>
              </a:buClr>
              <a:buSzPts val="2400"/>
              <a:buNone/>
              <a:defRPr sz="2400">
                <a:solidFill>
                  <a:schemeClr val="accent2"/>
                </a:solidFill>
              </a:defRPr>
            </a:lvl5pPr>
            <a:lvl6pPr lvl="5">
              <a:lnSpc>
                <a:spcPct val="100000"/>
              </a:lnSpc>
              <a:spcBef>
                <a:spcPts val="0"/>
              </a:spcBef>
              <a:spcAft>
                <a:spcPts val="0"/>
              </a:spcAft>
              <a:buClr>
                <a:schemeClr val="accent2"/>
              </a:buClr>
              <a:buSzPts val="2400"/>
              <a:buNone/>
              <a:defRPr sz="2400">
                <a:solidFill>
                  <a:schemeClr val="accent2"/>
                </a:solidFill>
              </a:defRPr>
            </a:lvl6pPr>
            <a:lvl7pPr lvl="6">
              <a:lnSpc>
                <a:spcPct val="100000"/>
              </a:lnSpc>
              <a:spcBef>
                <a:spcPts val="0"/>
              </a:spcBef>
              <a:spcAft>
                <a:spcPts val="0"/>
              </a:spcAft>
              <a:buClr>
                <a:schemeClr val="accent2"/>
              </a:buClr>
              <a:buSzPts val="2400"/>
              <a:buNone/>
              <a:defRPr sz="2400">
                <a:solidFill>
                  <a:schemeClr val="accent2"/>
                </a:solidFill>
              </a:defRPr>
            </a:lvl7pPr>
            <a:lvl8pPr lvl="7">
              <a:lnSpc>
                <a:spcPct val="100000"/>
              </a:lnSpc>
              <a:spcBef>
                <a:spcPts val="0"/>
              </a:spcBef>
              <a:spcAft>
                <a:spcPts val="0"/>
              </a:spcAft>
              <a:buClr>
                <a:schemeClr val="accent2"/>
              </a:buClr>
              <a:buSzPts val="2400"/>
              <a:buNone/>
              <a:defRPr sz="2400">
                <a:solidFill>
                  <a:schemeClr val="accent2"/>
                </a:solidFill>
              </a:defRPr>
            </a:lvl8pPr>
            <a:lvl9pPr lvl="8">
              <a:lnSpc>
                <a:spcPct val="100000"/>
              </a:lnSpc>
              <a:spcBef>
                <a:spcPts val="0"/>
              </a:spcBef>
              <a:spcAft>
                <a:spcPts val="0"/>
              </a:spcAft>
              <a:buClr>
                <a:schemeClr val="accent2"/>
              </a:buClr>
              <a:buSzPts val="2400"/>
              <a:buNone/>
              <a:defRPr sz="2400">
                <a:solidFill>
                  <a:schemeClr val="accent2"/>
                </a:solidFill>
              </a:defRPr>
            </a:lvl9pPr>
          </a:lstStyle>
          <a:p>
            <a:endParaRPr/>
          </a:p>
        </p:txBody>
      </p:sp>
      <p:sp>
        <p:nvSpPr>
          <p:cNvPr id="14" name="Google Shape;14;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5"/>
        <p:cNvGrpSpPr/>
        <p:nvPr/>
      </p:nvGrpSpPr>
      <p:grpSpPr>
        <a:xfrm>
          <a:off x="0" y="0"/>
          <a:ext cx="0" cy="0"/>
          <a:chOff x="0" y="0"/>
          <a:chExt cx="0" cy="0"/>
        </a:xfrm>
      </p:grpSpPr>
      <p:cxnSp>
        <p:nvCxnSpPr>
          <p:cNvPr id="16" name="Google Shape;16;p3"/>
          <p:cNvCxnSpPr/>
          <p:nvPr/>
        </p:nvCxnSpPr>
        <p:spPr>
          <a:xfrm>
            <a:off x="641934" y="3597500"/>
            <a:ext cx="390300" cy="0"/>
          </a:xfrm>
          <a:prstGeom prst="straightConnector1">
            <a:avLst/>
          </a:prstGeom>
          <a:noFill/>
          <a:ln w="28575" cap="flat" cmpd="sng">
            <a:solidFill>
              <a:schemeClr val="lt2"/>
            </a:solidFill>
            <a:prstDash val="solid"/>
            <a:round/>
            <a:headEnd type="none" w="sm" len="sm"/>
            <a:tailEnd type="none" w="sm" len="sm"/>
          </a:ln>
        </p:spPr>
      </p:cxnSp>
      <p:sp>
        <p:nvSpPr>
          <p:cNvPr id="17" name="Google Shape;17;p3"/>
          <p:cNvSpPr txBox="1">
            <a:spLocks noGrp="1"/>
          </p:cNvSpPr>
          <p:nvPr>
            <p:ph type="title"/>
          </p:nvPr>
        </p:nvSpPr>
        <p:spPr>
          <a:xfrm>
            <a:off x="512700" y="1893300"/>
            <a:ext cx="8118600" cy="1522800"/>
          </a:xfrm>
          <a:prstGeom prst="rect">
            <a:avLst/>
          </a:prstGeom>
        </p:spPr>
        <p:txBody>
          <a:bodyPr spcFirstLastPara="1" wrap="square" lIns="91425" tIns="91425" rIns="91425" bIns="91425" anchor="b" anchorCtr="0">
            <a:normAutofit/>
          </a:bodyPr>
          <a:lstStyle>
            <a:lvl1pPr lvl="0">
              <a:spcBef>
                <a:spcPts val="0"/>
              </a:spcBef>
              <a:spcAft>
                <a:spcPts val="0"/>
              </a:spcAft>
              <a:buClr>
                <a:schemeClr val="accent1"/>
              </a:buClr>
              <a:buSzPts val="6000"/>
              <a:buNone/>
              <a:defRPr sz="6000">
                <a:solidFill>
                  <a:schemeClr val="accent1"/>
                </a:solidFill>
              </a:defRPr>
            </a:lvl1pPr>
            <a:lvl2pPr lvl="1">
              <a:spcBef>
                <a:spcPts val="0"/>
              </a:spcBef>
              <a:spcAft>
                <a:spcPts val="0"/>
              </a:spcAft>
              <a:buClr>
                <a:schemeClr val="accent1"/>
              </a:buClr>
              <a:buSzPts val="6000"/>
              <a:buNone/>
              <a:defRPr sz="6000">
                <a:solidFill>
                  <a:schemeClr val="accent1"/>
                </a:solidFill>
              </a:defRPr>
            </a:lvl2pPr>
            <a:lvl3pPr lvl="2">
              <a:spcBef>
                <a:spcPts val="0"/>
              </a:spcBef>
              <a:spcAft>
                <a:spcPts val="0"/>
              </a:spcAft>
              <a:buClr>
                <a:schemeClr val="accent1"/>
              </a:buClr>
              <a:buSzPts val="6000"/>
              <a:buNone/>
              <a:defRPr sz="6000">
                <a:solidFill>
                  <a:schemeClr val="accent1"/>
                </a:solidFill>
              </a:defRPr>
            </a:lvl3pPr>
            <a:lvl4pPr lvl="3">
              <a:spcBef>
                <a:spcPts val="0"/>
              </a:spcBef>
              <a:spcAft>
                <a:spcPts val="0"/>
              </a:spcAft>
              <a:buClr>
                <a:schemeClr val="accent1"/>
              </a:buClr>
              <a:buSzPts val="6000"/>
              <a:buNone/>
              <a:defRPr sz="6000">
                <a:solidFill>
                  <a:schemeClr val="accent1"/>
                </a:solidFill>
              </a:defRPr>
            </a:lvl4pPr>
            <a:lvl5pPr lvl="4">
              <a:spcBef>
                <a:spcPts val="0"/>
              </a:spcBef>
              <a:spcAft>
                <a:spcPts val="0"/>
              </a:spcAft>
              <a:buClr>
                <a:schemeClr val="accent1"/>
              </a:buClr>
              <a:buSzPts val="6000"/>
              <a:buNone/>
              <a:defRPr sz="6000">
                <a:solidFill>
                  <a:schemeClr val="accent1"/>
                </a:solidFill>
              </a:defRPr>
            </a:lvl5pPr>
            <a:lvl6pPr lvl="5">
              <a:spcBef>
                <a:spcPts val="0"/>
              </a:spcBef>
              <a:spcAft>
                <a:spcPts val="0"/>
              </a:spcAft>
              <a:buClr>
                <a:schemeClr val="accent1"/>
              </a:buClr>
              <a:buSzPts val="6000"/>
              <a:buNone/>
              <a:defRPr sz="6000">
                <a:solidFill>
                  <a:schemeClr val="accent1"/>
                </a:solidFill>
              </a:defRPr>
            </a:lvl6pPr>
            <a:lvl7pPr lvl="6">
              <a:spcBef>
                <a:spcPts val="0"/>
              </a:spcBef>
              <a:spcAft>
                <a:spcPts val="0"/>
              </a:spcAft>
              <a:buClr>
                <a:schemeClr val="accent1"/>
              </a:buClr>
              <a:buSzPts val="6000"/>
              <a:buNone/>
              <a:defRPr sz="6000">
                <a:solidFill>
                  <a:schemeClr val="accent1"/>
                </a:solidFill>
              </a:defRPr>
            </a:lvl7pPr>
            <a:lvl8pPr lvl="7">
              <a:spcBef>
                <a:spcPts val="0"/>
              </a:spcBef>
              <a:spcAft>
                <a:spcPts val="0"/>
              </a:spcAft>
              <a:buClr>
                <a:schemeClr val="accent1"/>
              </a:buClr>
              <a:buSzPts val="6000"/>
              <a:buNone/>
              <a:defRPr sz="6000">
                <a:solidFill>
                  <a:schemeClr val="accent1"/>
                </a:solidFill>
              </a:defRPr>
            </a:lvl8pPr>
            <a:lvl9pPr lvl="8">
              <a:spcBef>
                <a:spcPts val="0"/>
              </a:spcBef>
              <a:spcAft>
                <a:spcPts val="0"/>
              </a:spcAft>
              <a:buClr>
                <a:schemeClr val="accent1"/>
              </a:buClr>
              <a:buSzPts val="6000"/>
              <a:buNone/>
              <a:defRPr sz="6000">
                <a:solidFill>
                  <a:schemeClr val="accent1"/>
                </a:solidFill>
              </a:defRPr>
            </a:lvl9pPr>
          </a:lstStyle>
          <a:p>
            <a:endParaRPr/>
          </a:p>
        </p:txBody>
      </p:sp>
      <p:sp>
        <p:nvSpPr>
          <p:cNvPr id="18" name="Google Shape;18;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sp>
        <p:nvSpPr>
          <p:cNvPr id="20" name="Google Shape;20;p4"/>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4"/>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2" name="Google Shape;22;p4"/>
          <p:cNvSpPr txBox="1">
            <a:spLocks noGrp="1"/>
          </p:cNvSpPr>
          <p:nvPr>
            <p:ph type="body" idx="1"/>
          </p:nvPr>
        </p:nvSpPr>
        <p:spPr>
          <a:xfrm>
            <a:off x="311700" y="1171600"/>
            <a:ext cx="8520600" cy="33972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3" name="Google Shape;23;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
        <p:cNvGrpSpPr/>
        <p:nvPr/>
      </p:nvGrpSpPr>
      <p:grpSpPr>
        <a:xfrm>
          <a:off x="0" y="0"/>
          <a:ext cx="0" cy="0"/>
          <a:chOff x="0" y="0"/>
          <a:chExt cx="0" cy="0"/>
        </a:xfrm>
      </p:grpSpPr>
      <p:sp>
        <p:nvSpPr>
          <p:cNvPr id="25" name="Google Shape;25;p5"/>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6" name="Google Shape;26;p5"/>
          <p:cNvSpPr txBox="1">
            <a:spLocks noGrp="1"/>
          </p:cNvSpPr>
          <p:nvPr>
            <p:ph type="body" idx="1"/>
          </p:nvPr>
        </p:nvSpPr>
        <p:spPr>
          <a:xfrm>
            <a:off x="311700" y="1171675"/>
            <a:ext cx="3999900" cy="33972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7" name="Google Shape;27;p5"/>
          <p:cNvSpPr txBox="1">
            <a:spLocks noGrp="1"/>
          </p:cNvSpPr>
          <p:nvPr>
            <p:ph type="body" idx="2"/>
          </p:nvPr>
        </p:nvSpPr>
        <p:spPr>
          <a:xfrm>
            <a:off x="4832400" y="1171675"/>
            <a:ext cx="3999900" cy="33972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8" name="Google Shape;28;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1" name="Google Shape;31;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2"/>
        <p:cNvGrpSpPr/>
        <p:nvPr/>
      </p:nvGrpSpPr>
      <p:grpSpPr>
        <a:xfrm>
          <a:off x="0" y="0"/>
          <a:ext cx="0" cy="0"/>
          <a:chOff x="0" y="0"/>
          <a:chExt cx="0" cy="0"/>
        </a:xfrm>
      </p:grpSpPr>
      <p:sp>
        <p:nvSpPr>
          <p:cNvPr id="33" name="Google Shape;33;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4" name="Google Shape;34;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5" name="Google Shape;35;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2"/>
        </a:solidFill>
        <a:effectLst/>
      </p:bgPr>
    </p:bg>
    <p:spTree>
      <p:nvGrpSpPr>
        <p:cNvPr id="1" name="Shape 36"/>
        <p:cNvGrpSpPr/>
        <p:nvPr/>
      </p:nvGrpSpPr>
      <p:grpSpPr>
        <a:xfrm>
          <a:off x="0" y="0"/>
          <a:ext cx="0" cy="0"/>
          <a:chOff x="0" y="0"/>
          <a:chExt cx="0" cy="0"/>
        </a:xfrm>
      </p:grpSpPr>
      <p:sp>
        <p:nvSpPr>
          <p:cNvPr id="37" name="Google Shape;37;p8"/>
          <p:cNvSpPr txBox="1">
            <a:spLocks noGrp="1"/>
          </p:cNvSpPr>
          <p:nvPr>
            <p:ph type="title"/>
          </p:nvPr>
        </p:nvSpPr>
        <p:spPr>
          <a:xfrm>
            <a:off x="490250" y="526350"/>
            <a:ext cx="5604000" cy="4090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accent1"/>
              </a:buClr>
              <a:buSzPts val="5400"/>
              <a:buNone/>
              <a:defRPr sz="5400">
                <a:solidFill>
                  <a:schemeClr val="accent1"/>
                </a:solidFill>
              </a:defRPr>
            </a:lvl1pPr>
            <a:lvl2pPr lvl="1">
              <a:spcBef>
                <a:spcPts val="0"/>
              </a:spcBef>
              <a:spcAft>
                <a:spcPts val="0"/>
              </a:spcAft>
              <a:buClr>
                <a:schemeClr val="accent1"/>
              </a:buClr>
              <a:buSzPts val="5400"/>
              <a:buNone/>
              <a:defRPr sz="5400">
                <a:solidFill>
                  <a:schemeClr val="accent1"/>
                </a:solidFill>
              </a:defRPr>
            </a:lvl2pPr>
            <a:lvl3pPr lvl="2">
              <a:spcBef>
                <a:spcPts val="0"/>
              </a:spcBef>
              <a:spcAft>
                <a:spcPts val="0"/>
              </a:spcAft>
              <a:buClr>
                <a:schemeClr val="accent1"/>
              </a:buClr>
              <a:buSzPts val="5400"/>
              <a:buNone/>
              <a:defRPr sz="5400">
                <a:solidFill>
                  <a:schemeClr val="accent1"/>
                </a:solidFill>
              </a:defRPr>
            </a:lvl3pPr>
            <a:lvl4pPr lvl="3">
              <a:spcBef>
                <a:spcPts val="0"/>
              </a:spcBef>
              <a:spcAft>
                <a:spcPts val="0"/>
              </a:spcAft>
              <a:buClr>
                <a:schemeClr val="accent1"/>
              </a:buClr>
              <a:buSzPts val="5400"/>
              <a:buNone/>
              <a:defRPr sz="5400">
                <a:solidFill>
                  <a:schemeClr val="accent1"/>
                </a:solidFill>
              </a:defRPr>
            </a:lvl4pPr>
            <a:lvl5pPr lvl="4">
              <a:spcBef>
                <a:spcPts val="0"/>
              </a:spcBef>
              <a:spcAft>
                <a:spcPts val="0"/>
              </a:spcAft>
              <a:buClr>
                <a:schemeClr val="accent1"/>
              </a:buClr>
              <a:buSzPts val="5400"/>
              <a:buNone/>
              <a:defRPr sz="5400">
                <a:solidFill>
                  <a:schemeClr val="accent1"/>
                </a:solidFill>
              </a:defRPr>
            </a:lvl5pPr>
            <a:lvl6pPr lvl="5">
              <a:spcBef>
                <a:spcPts val="0"/>
              </a:spcBef>
              <a:spcAft>
                <a:spcPts val="0"/>
              </a:spcAft>
              <a:buClr>
                <a:schemeClr val="accent1"/>
              </a:buClr>
              <a:buSzPts val="5400"/>
              <a:buNone/>
              <a:defRPr sz="5400">
                <a:solidFill>
                  <a:schemeClr val="accent1"/>
                </a:solidFill>
              </a:defRPr>
            </a:lvl6pPr>
            <a:lvl7pPr lvl="6">
              <a:spcBef>
                <a:spcPts val="0"/>
              </a:spcBef>
              <a:spcAft>
                <a:spcPts val="0"/>
              </a:spcAft>
              <a:buClr>
                <a:schemeClr val="accent1"/>
              </a:buClr>
              <a:buSzPts val="5400"/>
              <a:buNone/>
              <a:defRPr sz="5400">
                <a:solidFill>
                  <a:schemeClr val="accent1"/>
                </a:solidFill>
              </a:defRPr>
            </a:lvl7pPr>
            <a:lvl8pPr lvl="7">
              <a:spcBef>
                <a:spcPts val="0"/>
              </a:spcBef>
              <a:spcAft>
                <a:spcPts val="0"/>
              </a:spcAft>
              <a:buClr>
                <a:schemeClr val="accent1"/>
              </a:buClr>
              <a:buSzPts val="5400"/>
              <a:buNone/>
              <a:defRPr sz="5400">
                <a:solidFill>
                  <a:schemeClr val="accent1"/>
                </a:solidFill>
              </a:defRPr>
            </a:lvl8pPr>
            <a:lvl9pPr lvl="8">
              <a:spcBef>
                <a:spcPts val="0"/>
              </a:spcBef>
              <a:spcAft>
                <a:spcPts val="0"/>
              </a:spcAft>
              <a:buClr>
                <a:schemeClr val="accent1"/>
              </a:buClr>
              <a:buSzPts val="5400"/>
              <a:buNone/>
              <a:defRPr sz="5400">
                <a:solidFill>
                  <a:schemeClr val="accent1"/>
                </a:solidFill>
              </a:defRPr>
            </a:lvl9pPr>
          </a:lstStyle>
          <a:p>
            <a:endParaRPr/>
          </a:p>
        </p:txBody>
      </p:sp>
      <p:sp>
        <p:nvSpPr>
          <p:cNvPr id="38" name="Google Shape;38;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9"/>
        <p:cNvGrpSpPr/>
        <p:nvPr/>
      </p:nvGrpSpPr>
      <p:grpSpPr>
        <a:xfrm>
          <a:off x="0" y="0"/>
          <a:ext cx="0" cy="0"/>
          <a:chOff x="0" y="0"/>
          <a:chExt cx="0" cy="0"/>
        </a:xfrm>
      </p:grpSpPr>
      <p:sp>
        <p:nvSpPr>
          <p:cNvPr id="40" name="Google Shape;40;p9"/>
          <p:cNvSpPr/>
          <p:nvPr/>
        </p:nvSpPr>
        <p:spPr>
          <a:xfrm>
            <a:off x="4572000" y="-2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1" name="Google Shape;41;p9"/>
          <p:cNvCxnSpPr/>
          <p:nvPr/>
        </p:nvCxnSpPr>
        <p:spPr>
          <a:xfrm>
            <a:off x="5029675" y="4495500"/>
            <a:ext cx="686400" cy="0"/>
          </a:xfrm>
          <a:prstGeom prst="straightConnector1">
            <a:avLst/>
          </a:prstGeom>
          <a:noFill/>
          <a:ln w="19050" cap="flat" cmpd="sng">
            <a:solidFill>
              <a:schemeClr val="lt2"/>
            </a:solidFill>
            <a:prstDash val="solid"/>
            <a:round/>
            <a:headEnd type="none" w="sm" len="sm"/>
            <a:tailEnd type="none" w="sm" len="sm"/>
          </a:ln>
        </p:spPr>
      </p:cxnSp>
      <p:sp>
        <p:nvSpPr>
          <p:cNvPr id="42" name="Google Shape;42;p9"/>
          <p:cNvSpPr txBox="1">
            <a:spLocks noGrp="1"/>
          </p:cNvSpPr>
          <p:nvPr>
            <p:ph type="title"/>
          </p:nvPr>
        </p:nvSpPr>
        <p:spPr>
          <a:xfrm>
            <a:off x="265500" y="1382350"/>
            <a:ext cx="4045200" cy="13332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lt2"/>
              </a:buClr>
              <a:buSzPts val="4200"/>
              <a:buNone/>
              <a:defRPr sz="4200">
                <a:solidFill>
                  <a:schemeClr val="lt2"/>
                </a:solidFill>
              </a:defRPr>
            </a:lvl1pPr>
            <a:lvl2pPr lvl="1" algn="ctr">
              <a:spcBef>
                <a:spcPts val="0"/>
              </a:spcBef>
              <a:spcAft>
                <a:spcPts val="0"/>
              </a:spcAft>
              <a:buClr>
                <a:schemeClr val="lt2"/>
              </a:buClr>
              <a:buSzPts val="4200"/>
              <a:buNone/>
              <a:defRPr sz="4200">
                <a:solidFill>
                  <a:schemeClr val="lt2"/>
                </a:solidFill>
              </a:defRPr>
            </a:lvl2pPr>
            <a:lvl3pPr lvl="2" algn="ctr">
              <a:spcBef>
                <a:spcPts val="0"/>
              </a:spcBef>
              <a:spcAft>
                <a:spcPts val="0"/>
              </a:spcAft>
              <a:buClr>
                <a:schemeClr val="lt2"/>
              </a:buClr>
              <a:buSzPts val="4200"/>
              <a:buNone/>
              <a:defRPr sz="4200">
                <a:solidFill>
                  <a:schemeClr val="lt2"/>
                </a:solidFill>
              </a:defRPr>
            </a:lvl3pPr>
            <a:lvl4pPr lvl="3" algn="ctr">
              <a:spcBef>
                <a:spcPts val="0"/>
              </a:spcBef>
              <a:spcAft>
                <a:spcPts val="0"/>
              </a:spcAft>
              <a:buClr>
                <a:schemeClr val="lt2"/>
              </a:buClr>
              <a:buSzPts val="4200"/>
              <a:buNone/>
              <a:defRPr sz="4200">
                <a:solidFill>
                  <a:schemeClr val="lt2"/>
                </a:solidFill>
              </a:defRPr>
            </a:lvl4pPr>
            <a:lvl5pPr lvl="4" algn="ctr">
              <a:spcBef>
                <a:spcPts val="0"/>
              </a:spcBef>
              <a:spcAft>
                <a:spcPts val="0"/>
              </a:spcAft>
              <a:buClr>
                <a:schemeClr val="lt2"/>
              </a:buClr>
              <a:buSzPts val="4200"/>
              <a:buNone/>
              <a:defRPr sz="4200">
                <a:solidFill>
                  <a:schemeClr val="lt2"/>
                </a:solidFill>
              </a:defRPr>
            </a:lvl5pPr>
            <a:lvl6pPr lvl="5" algn="ctr">
              <a:spcBef>
                <a:spcPts val="0"/>
              </a:spcBef>
              <a:spcAft>
                <a:spcPts val="0"/>
              </a:spcAft>
              <a:buClr>
                <a:schemeClr val="lt2"/>
              </a:buClr>
              <a:buSzPts val="4200"/>
              <a:buNone/>
              <a:defRPr sz="4200">
                <a:solidFill>
                  <a:schemeClr val="lt2"/>
                </a:solidFill>
              </a:defRPr>
            </a:lvl6pPr>
            <a:lvl7pPr lvl="6" algn="ctr">
              <a:spcBef>
                <a:spcPts val="0"/>
              </a:spcBef>
              <a:spcAft>
                <a:spcPts val="0"/>
              </a:spcAft>
              <a:buClr>
                <a:schemeClr val="lt2"/>
              </a:buClr>
              <a:buSzPts val="4200"/>
              <a:buNone/>
              <a:defRPr sz="4200">
                <a:solidFill>
                  <a:schemeClr val="lt2"/>
                </a:solidFill>
              </a:defRPr>
            </a:lvl7pPr>
            <a:lvl8pPr lvl="7" algn="ctr">
              <a:spcBef>
                <a:spcPts val="0"/>
              </a:spcBef>
              <a:spcAft>
                <a:spcPts val="0"/>
              </a:spcAft>
              <a:buClr>
                <a:schemeClr val="lt2"/>
              </a:buClr>
              <a:buSzPts val="4200"/>
              <a:buNone/>
              <a:defRPr sz="4200">
                <a:solidFill>
                  <a:schemeClr val="lt2"/>
                </a:solidFill>
              </a:defRPr>
            </a:lvl8pPr>
            <a:lvl9pPr lvl="8" algn="ctr">
              <a:spcBef>
                <a:spcPts val="0"/>
              </a:spcBef>
              <a:spcAft>
                <a:spcPts val="0"/>
              </a:spcAft>
              <a:buClr>
                <a:schemeClr val="lt2"/>
              </a:buClr>
              <a:buSzPts val="4200"/>
              <a:buNone/>
              <a:defRPr sz="4200">
                <a:solidFill>
                  <a:schemeClr val="lt2"/>
                </a:solidFill>
              </a:defRPr>
            </a:lvl9pPr>
          </a:lstStyle>
          <a:p>
            <a:endParaRPr/>
          </a:p>
        </p:txBody>
      </p:sp>
      <p:sp>
        <p:nvSpPr>
          <p:cNvPr id="43" name="Google Shape;43;p9"/>
          <p:cNvSpPr txBox="1">
            <a:spLocks noGrp="1"/>
          </p:cNvSpPr>
          <p:nvPr>
            <p:ph type="subTitle" idx="1"/>
          </p:nvPr>
        </p:nvSpPr>
        <p:spPr>
          <a:xfrm>
            <a:off x="265500" y="2769001"/>
            <a:ext cx="4045200" cy="13455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4" name="Google Shape;44;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accent1"/>
              </a:buClr>
              <a:buSzPts val="1800"/>
              <a:buChar char="●"/>
              <a:defRPr>
                <a:solidFill>
                  <a:schemeClr val="accent1"/>
                </a:solidFill>
              </a:defRPr>
            </a:lvl1pPr>
            <a:lvl2pPr marL="914400" lvl="1" indent="-317500">
              <a:spcBef>
                <a:spcPts val="0"/>
              </a:spcBef>
              <a:spcAft>
                <a:spcPts val="0"/>
              </a:spcAft>
              <a:buClr>
                <a:schemeClr val="accent1"/>
              </a:buClr>
              <a:buSzPts val="1400"/>
              <a:buChar char="○"/>
              <a:defRPr>
                <a:solidFill>
                  <a:schemeClr val="accent1"/>
                </a:solidFill>
              </a:defRPr>
            </a:lvl2pPr>
            <a:lvl3pPr marL="1371600" lvl="2" indent="-317500">
              <a:spcBef>
                <a:spcPts val="0"/>
              </a:spcBef>
              <a:spcAft>
                <a:spcPts val="0"/>
              </a:spcAft>
              <a:buClr>
                <a:schemeClr val="accent1"/>
              </a:buClr>
              <a:buSzPts val="1400"/>
              <a:buChar char="■"/>
              <a:defRPr>
                <a:solidFill>
                  <a:schemeClr val="accent1"/>
                </a:solidFill>
              </a:defRPr>
            </a:lvl3pPr>
            <a:lvl4pPr marL="1828800" lvl="3" indent="-317500">
              <a:spcBef>
                <a:spcPts val="0"/>
              </a:spcBef>
              <a:spcAft>
                <a:spcPts val="0"/>
              </a:spcAft>
              <a:buClr>
                <a:schemeClr val="accent1"/>
              </a:buClr>
              <a:buSzPts val="1400"/>
              <a:buChar char="●"/>
              <a:defRPr>
                <a:solidFill>
                  <a:schemeClr val="accent1"/>
                </a:solidFill>
              </a:defRPr>
            </a:lvl4pPr>
            <a:lvl5pPr marL="2286000" lvl="4" indent="-317500">
              <a:spcBef>
                <a:spcPts val="0"/>
              </a:spcBef>
              <a:spcAft>
                <a:spcPts val="0"/>
              </a:spcAft>
              <a:buClr>
                <a:schemeClr val="accent1"/>
              </a:buClr>
              <a:buSzPts val="1400"/>
              <a:buChar char="○"/>
              <a:defRPr>
                <a:solidFill>
                  <a:schemeClr val="accent1"/>
                </a:solidFill>
              </a:defRPr>
            </a:lvl5pPr>
            <a:lvl6pPr marL="2743200" lvl="5" indent="-317500">
              <a:spcBef>
                <a:spcPts val="0"/>
              </a:spcBef>
              <a:spcAft>
                <a:spcPts val="0"/>
              </a:spcAft>
              <a:buClr>
                <a:schemeClr val="accent1"/>
              </a:buClr>
              <a:buSzPts val="1400"/>
              <a:buChar char="■"/>
              <a:defRPr>
                <a:solidFill>
                  <a:schemeClr val="accent1"/>
                </a:solidFill>
              </a:defRPr>
            </a:lvl6pPr>
            <a:lvl7pPr marL="3200400" lvl="6" indent="-317500">
              <a:spcBef>
                <a:spcPts val="0"/>
              </a:spcBef>
              <a:spcAft>
                <a:spcPts val="0"/>
              </a:spcAft>
              <a:buClr>
                <a:schemeClr val="accent1"/>
              </a:buClr>
              <a:buSzPts val="1400"/>
              <a:buChar char="●"/>
              <a:defRPr>
                <a:solidFill>
                  <a:schemeClr val="accent1"/>
                </a:solidFill>
              </a:defRPr>
            </a:lvl7pPr>
            <a:lvl8pPr marL="3657600" lvl="7" indent="-317500">
              <a:spcBef>
                <a:spcPts val="0"/>
              </a:spcBef>
              <a:spcAft>
                <a:spcPts val="0"/>
              </a:spcAft>
              <a:buClr>
                <a:schemeClr val="accent1"/>
              </a:buClr>
              <a:buSzPts val="1400"/>
              <a:buChar char="○"/>
              <a:defRPr>
                <a:solidFill>
                  <a:schemeClr val="accent1"/>
                </a:solidFill>
              </a:defRPr>
            </a:lvl8pPr>
            <a:lvl9pPr marL="4114800" lvl="8" indent="-317500">
              <a:spcBef>
                <a:spcPts val="0"/>
              </a:spcBef>
              <a:spcAft>
                <a:spcPts val="0"/>
              </a:spcAft>
              <a:buClr>
                <a:schemeClr val="accent1"/>
              </a:buClr>
              <a:buSzPts val="1400"/>
              <a:buChar char="■"/>
              <a:defRPr>
                <a:solidFill>
                  <a:schemeClr val="accent1"/>
                </a:solidFill>
              </a:defRPr>
            </a:lvl9pPr>
          </a:lstStyle>
          <a:p>
            <a:endParaRPr/>
          </a:p>
        </p:txBody>
      </p:sp>
      <p:sp>
        <p:nvSpPr>
          <p:cNvPr id="45" name="Google Shape;45;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6"/>
        <p:cNvGrpSpPr/>
        <p:nvPr/>
      </p:nvGrpSpPr>
      <p:grpSpPr>
        <a:xfrm>
          <a:off x="0" y="0"/>
          <a:ext cx="0" cy="0"/>
          <a:chOff x="0" y="0"/>
          <a:chExt cx="0" cy="0"/>
        </a:xfrm>
      </p:grpSpPr>
      <p:sp>
        <p:nvSpPr>
          <p:cNvPr id="47" name="Google Shape;47;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8" name="Google Shape;48;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9"/>
        <p:cNvGrpSpPr/>
        <p:nvPr/>
      </p:nvGrpSpPr>
      <p:grpSpPr>
        <a:xfrm>
          <a:off x="0" y="0"/>
          <a:ext cx="0" cy="0"/>
          <a:chOff x="0" y="0"/>
          <a:chExt cx="0" cy="0"/>
        </a:xfrm>
      </p:grpSpPr>
      <p:sp>
        <p:nvSpPr>
          <p:cNvPr id="50" name="Google Shape;50;p11"/>
          <p:cNvSpPr txBox="1">
            <a:spLocks noGrp="1"/>
          </p:cNvSpPr>
          <p:nvPr>
            <p:ph type="title" hasCustomPrompt="1"/>
          </p:nvPr>
        </p:nvSpPr>
        <p:spPr>
          <a:xfrm>
            <a:off x="311700" y="1039650"/>
            <a:ext cx="8520600" cy="2106300"/>
          </a:xfrm>
          <a:prstGeom prst="rect">
            <a:avLst/>
          </a:prstGeom>
        </p:spPr>
        <p:txBody>
          <a:bodyPr spcFirstLastPara="1" wrap="square" lIns="91425" tIns="91425" rIns="91425" bIns="91425" anchor="b" anchorCtr="0">
            <a:normAutofit/>
          </a:bodyPr>
          <a:lstStyle>
            <a:lvl1pPr lvl="0" algn="ctr">
              <a:spcBef>
                <a:spcPts val="0"/>
              </a:spcBef>
              <a:spcAft>
                <a:spcPts val="0"/>
              </a:spcAft>
              <a:buSzPts val="14000"/>
              <a:buNone/>
              <a:defRPr sz="14000" b="1"/>
            </a:lvl1pPr>
            <a:lvl2pPr lvl="1" algn="ctr">
              <a:spcBef>
                <a:spcPts val="0"/>
              </a:spcBef>
              <a:spcAft>
                <a:spcPts val="0"/>
              </a:spcAft>
              <a:buSzPts val="14000"/>
              <a:buNone/>
              <a:defRPr sz="14000" b="1"/>
            </a:lvl2pPr>
            <a:lvl3pPr lvl="2" algn="ctr">
              <a:spcBef>
                <a:spcPts val="0"/>
              </a:spcBef>
              <a:spcAft>
                <a:spcPts val="0"/>
              </a:spcAft>
              <a:buSzPts val="14000"/>
              <a:buNone/>
              <a:defRPr sz="14000" b="1"/>
            </a:lvl3pPr>
            <a:lvl4pPr lvl="3" algn="ctr">
              <a:spcBef>
                <a:spcPts val="0"/>
              </a:spcBef>
              <a:spcAft>
                <a:spcPts val="0"/>
              </a:spcAft>
              <a:buSzPts val="14000"/>
              <a:buNone/>
              <a:defRPr sz="14000" b="1"/>
            </a:lvl4pPr>
            <a:lvl5pPr lvl="4" algn="ctr">
              <a:spcBef>
                <a:spcPts val="0"/>
              </a:spcBef>
              <a:spcAft>
                <a:spcPts val="0"/>
              </a:spcAft>
              <a:buSzPts val="14000"/>
              <a:buNone/>
              <a:defRPr sz="14000" b="1"/>
            </a:lvl5pPr>
            <a:lvl6pPr lvl="5" algn="ctr">
              <a:spcBef>
                <a:spcPts val="0"/>
              </a:spcBef>
              <a:spcAft>
                <a:spcPts val="0"/>
              </a:spcAft>
              <a:buSzPts val="14000"/>
              <a:buNone/>
              <a:defRPr sz="14000" b="1"/>
            </a:lvl6pPr>
            <a:lvl7pPr lvl="6" algn="ctr">
              <a:spcBef>
                <a:spcPts val="0"/>
              </a:spcBef>
              <a:spcAft>
                <a:spcPts val="0"/>
              </a:spcAft>
              <a:buSzPts val="14000"/>
              <a:buNone/>
              <a:defRPr sz="14000" b="1"/>
            </a:lvl7pPr>
            <a:lvl8pPr lvl="7" algn="ctr">
              <a:spcBef>
                <a:spcPts val="0"/>
              </a:spcBef>
              <a:spcAft>
                <a:spcPts val="0"/>
              </a:spcAft>
              <a:buSzPts val="14000"/>
              <a:buNone/>
              <a:defRPr sz="14000" b="1"/>
            </a:lvl8pPr>
            <a:lvl9pPr lvl="8" algn="ctr">
              <a:spcBef>
                <a:spcPts val="0"/>
              </a:spcBef>
              <a:spcAft>
                <a:spcPts val="0"/>
              </a:spcAft>
              <a:buSzPts val="14000"/>
              <a:buNone/>
              <a:defRPr sz="14000" b="1"/>
            </a:lvl9pPr>
          </a:lstStyle>
          <a:p>
            <a:r>
              <a:t>xx%</a:t>
            </a:r>
          </a:p>
        </p:txBody>
      </p:sp>
      <p:sp>
        <p:nvSpPr>
          <p:cNvPr id="51" name="Google Shape;51;p11"/>
          <p:cNvSpPr txBox="1">
            <a:spLocks noGrp="1"/>
          </p:cNvSpPr>
          <p:nvPr>
            <p:ph type="body" idx="1"/>
          </p:nvPr>
        </p:nvSpPr>
        <p:spPr>
          <a:xfrm>
            <a:off x="311700" y="32284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2" name="Google Shape;52;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タイトルとコンテンツ" type="obj">
  <p:cSld name="OBJEC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484583" y="339539"/>
            <a:ext cx="7053600" cy="1050300"/>
          </a:xfrm>
          <a:prstGeom prst="rect">
            <a:avLst/>
          </a:prstGeom>
          <a:noFill/>
          <a:ln>
            <a:noFill/>
          </a:ln>
        </p:spPr>
        <p:txBody>
          <a:bodyPr spcFirstLastPara="1" wrap="square" lIns="68575" tIns="34275" rIns="68575" bIns="34275" anchor="t" anchorCtr="0">
            <a:noAutofit/>
          </a:bodyPr>
          <a:lstStyle>
            <a:lvl1pPr lvl="0" algn="l">
              <a:spcBef>
                <a:spcPts val="0"/>
              </a:spcBef>
              <a:spcAft>
                <a:spcPts val="0"/>
              </a:spcAft>
              <a:buClr>
                <a:schemeClr val="dk2"/>
              </a:buClr>
              <a:buSzPts val="1400"/>
              <a:buNone/>
              <a:defRPr/>
            </a:lvl1pPr>
            <a:lvl2pPr lvl="1" algn="l">
              <a:spcBef>
                <a:spcPts val="0"/>
              </a:spcBef>
              <a:spcAft>
                <a:spcPts val="0"/>
              </a:spcAft>
              <a:buSzPts val="3000"/>
              <a:buNone/>
              <a:defRPr/>
            </a:lvl2pPr>
            <a:lvl3pPr lvl="2" algn="l">
              <a:spcBef>
                <a:spcPts val="0"/>
              </a:spcBef>
              <a:spcAft>
                <a:spcPts val="0"/>
              </a:spcAft>
              <a:buSzPts val="3000"/>
              <a:buNone/>
              <a:defRPr/>
            </a:lvl3pPr>
            <a:lvl4pPr lvl="3" algn="l">
              <a:spcBef>
                <a:spcPts val="0"/>
              </a:spcBef>
              <a:spcAft>
                <a:spcPts val="0"/>
              </a:spcAft>
              <a:buSzPts val="3000"/>
              <a:buNone/>
              <a:defRPr/>
            </a:lvl4pPr>
            <a:lvl5pPr lvl="4" algn="l">
              <a:spcBef>
                <a:spcPts val="0"/>
              </a:spcBef>
              <a:spcAft>
                <a:spcPts val="0"/>
              </a:spcAft>
              <a:buSzPts val="3000"/>
              <a:buNone/>
              <a:defRPr/>
            </a:lvl5pPr>
            <a:lvl6pPr lvl="5" algn="l">
              <a:spcBef>
                <a:spcPts val="0"/>
              </a:spcBef>
              <a:spcAft>
                <a:spcPts val="0"/>
              </a:spcAft>
              <a:buSzPts val="3000"/>
              <a:buNone/>
              <a:defRPr/>
            </a:lvl6pPr>
            <a:lvl7pPr lvl="6" algn="l">
              <a:spcBef>
                <a:spcPts val="0"/>
              </a:spcBef>
              <a:spcAft>
                <a:spcPts val="0"/>
              </a:spcAft>
              <a:buSzPts val="3000"/>
              <a:buNone/>
              <a:defRPr/>
            </a:lvl7pPr>
            <a:lvl8pPr lvl="7" algn="l">
              <a:spcBef>
                <a:spcPts val="0"/>
              </a:spcBef>
              <a:spcAft>
                <a:spcPts val="0"/>
              </a:spcAft>
              <a:buSzPts val="3000"/>
              <a:buNone/>
              <a:defRPr/>
            </a:lvl8pPr>
            <a:lvl9pPr lvl="8" algn="l">
              <a:spcBef>
                <a:spcPts val="0"/>
              </a:spcBef>
              <a:spcAft>
                <a:spcPts val="0"/>
              </a:spcAft>
              <a:buSzPts val="3000"/>
              <a:buNone/>
              <a:defRPr/>
            </a:lvl9pPr>
          </a:lstStyle>
          <a:p>
            <a:endParaRPr/>
          </a:p>
        </p:txBody>
      </p:sp>
      <p:sp>
        <p:nvSpPr>
          <p:cNvPr id="57" name="Google Shape;57;p13"/>
          <p:cNvSpPr txBox="1">
            <a:spLocks noGrp="1"/>
          </p:cNvSpPr>
          <p:nvPr>
            <p:ph type="body" idx="1"/>
          </p:nvPr>
        </p:nvSpPr>
        <p:spPr>
          <a:xfrm>
            <a:off x="827484" y="1539689"/>
            <a:ext cx="6710100" cy="3146700"/>
          </a:xfrm>
          <a:prstGeom prst="rect">
            <a:avLst/>
          </a:prstGeom>
          <a:noFill/>
          <a:ln>
            <a:noFill/>
          </a:ln>
        </p:spPr>
        <p:txBody>
          <a:bodyPr spcFirstLastPara="1" wrap="square" lIns="68575" tIns="34275" rIns="68575" bIns="34275" anchor="t" anchorCtr="0">
            <a:normAutofit/>
          </a:bodyPr>
          <a:lstStyle>
            <a:lvl1pPr marL="457200" lvl="0" indent="-298450" algn="l">
              <a:spcBef>
                <a:spcPts val="800"/>
              </a:spcBef>
              <a:spcAft>
                <a:spcPts val="0"/>
              </a:spcAft>
              <a:buSzPts val="1100"/>
              <a:buChar char="●"/>
              <a:defRPr/>
            </a:lvl1pPr>
            <a:lvl2pPr marL="914400" lvl="1" indent="-298450" algn="l">
              <a:spcBef>
                <a:spcPts val="800"/>
              </a:spcBef>
              <a:spcAft>
                <a:spcPts val="0"/>
              </a:spcAft>
              <a:buSzPts val="1100"/>
              <a:buChar char="○"/>
              <a:defRPr/>
            </a:lvl2pPr>
            <a:lvl3pPr marL="1371600" lvl="2" indent="-298450" algn="l">
              <a:spcBef>
                <a:spcPts val="800"/>
              </a:spcBef>
              <a:spcAft>
                <a:spcPts val="0"/>
              </a:spcAft>
              <a:buSzPts val="1100"/>
              <a:buChar char="■"/>
              <a:defRPr/>
            </a:lvl3pPr>
            <a:lvl4pPr marL="1828800" lvl="3" indent="-298450" algn="l">
              <a:spcBef>
                <a:spcPts val="800"/>
              </a:spcBef>
              <a:spcAft>
                <a:spcPts val="0"/>
              </a:spcAft>
              <a:buSzPts val="1100"/>
              <a:buChar char="●"/>
              <a:defRPr/>
            </a:lvl4pPr>
            <a:lvl5pPr marL="2286000" lvl="4" indent="-298450" algn="l">
              <a:spcBef>
                <a:spcPts val="800"/>
              </a:spcBef>
              <a:spcAft>
                <a:spcPts val="0"/>
              </a:spcAft>
              <a:buSzPts val="1100"/>
              <a:buChar char="○"/>
              <a:defRPr/>
            </a:lvl5pPr>
            <a:lvl6pPr marL="2743200" lvl="5" indent="-298450" algn="l">
              <a:spcBef>
                <a:spcPts val="800"/>
              </a:spcBef>
              <a:spcAft>
                <a:spcPts val="0"/>
              </a:spcAft>
              <a:buSzPts val="1100"/>
              <a:buChar char="■"/>
              <a:defRPr/>
            </a:lvl6pPr>
            <a:lvl7pPr marL="3200400" lvl="6" indent="-298450" algn="l">
              <a:spcBef>
                <a:spcPts val="800"/>
              </a:spcBef>
              <a:spcAft>
                <a:spcPts val="0"/>
              </a:spcAft>
              <a:buSzPts val="1100"/>
              <a:buChar char="●"/>
              <a:defRPr/>
            </a:lvl7pPr>
            <a:lvl8pPr marL="3657600" lvl="7" indent="-298450" algn="l">
              <a:spcBef>
                <a:spcPts val="800"/>
              </a:spcBef>
              <a:spcAft>
                <a:spcPts val="0"/>
              </a:spcAft>
              <a:buSzPts val="1100"/>
              <a:buChar char="○"/>
              <a:defRPr/>
            </a:lvl8pPr>
            <a:lvl9pPr marL="4114800" lvl="8" indent="-298450" algn="l">
              <a:spcBef>
                <a:spcPts val="800"/>
              </a:spcBef>
              <a:spcAft>
                <a:spcPts val="0"/>
              </a:spcAft>
              <a:buSzPts val="1100"/>
              <a:buChar char="■"/>
              <a:defRPr/>
            </a:lvl9pPr>
          </a:lstStyle>
          <a:p>
            <a:endParaRPr/>
          </a:p>
        </p:txBody>
      </p:sp>
      <p:sp>
        <p:nvSpPr>
          <p:cNvPr id="58" name="Google Shape;58;p13"/>
          <p:cNvSpPr txBox="1">
            <a:spLocks noGrp="1"/>
          </p:cNvSpPr>
          <p:nvPr>
            <p:ph type="dt" idx="10"/>
          </p:nvPr>
        </p:nvSpPr>
        <p:spPr>
          <a:xfrm rot="5400000">
            <a:off x="7616654" y="1343101"/>
            <a:ext cx="743100" cy="228600"/>
          </a:xfrm>
          <a:prstGeom prst="rect">
            <a:avLst/>
          </a:prstGeom>
          <a:noFill/>
          <a:ln>
            <a:noFill/>
          </a:ln>
        </p:spPr>
        <p:txBody>
          <a:bodyPr spcFirstLastPara="1" wrap="square" lIns="68575" tIns="34275" rIns="68575" bIns="34275" anchor="t" anchorCtr="0">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a:endParaRPr/>
          </a:p>
        </p:txBody>
      </p:sp>
      <p:sp>
        <p:nvSpPr>
          <p:cNvPr id="59" name="Google Shape;59;p13"/>
          <p:cNvSpPr txBox="1">
            <a:spLocks noGrp="1"/>
          </p:cNvSpPr>
          <p:nvPr>
            <p:ph type="ftr" idx="11"/>
          </p:nvPr>
        </p:nvSpPr>
        <p:spPr>
          <a:xfrm rot="5400000">
            <a:off x="6713603" y="2419050"/>
            <a:ext cx="2895000" cy="228600"/>
          </a:xfrm>
          <a:prstGeom prst="rect">
            <a:avLst/>
          </a:prstGeom>
          <a:noFill/>
          <a:ln>
            <a:noFill/>
          </a:ln>
        </p:spPr>
        <p:txBody>
          <a:bodyPr spcFirstLastPara="1" wrap="square" lIns="68575" tIns="34275" rIns="68575" bIns="34275" anchor="b" anchorCtr="0">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a:endParaRPr/>
          </a:p>
        </p:txBody>
      </p:sp>
      <p:sp>
        <p:nvSpPr>
          <p:cNvPr id="60" name="Google Shape;60;p13"/>
          <p:cNvSpPr txBox="1">
            <a:spLocks noGrp="1"/>
          </p:cNvSpPr>
          <p:nvPr>
            <p:ph type="sldNum" idx="12"/>
          </p:nvPr>
        </p:nvSpPr>
        <p:spPr>
          <a:xfrm>
            <a:off x="7764405" y="221797"/>
            <a:ext cx="628800" cy="575700"/>
          </a:xfrm>
          <a:prstGeom prst="rect">
            <a:avLst/>
          </a:prstGeom>
          <a:noFill/>
          <a:ln>
            <a:noFill/>
          </a:ln>
        </p:spPr>
        <p:txBody>
          <a:bodyPr spcFirstLastPara="1" wrap="square" lIns="68575" tIns="34275" rIns="68575" bIns="34275" anchor="b" anchorCtr="0">
            <a:norm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j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paperback">
    <p:bg>
      <p:bgPr>
        <a:solidFill>
          <a:schemeClr val="accen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6132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1pPr>
            <a:lvl2pPr lvl="1">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2pPr>
            <a:lvl3pPr lvl="2">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3pPr>
            <a:lvl4pPr lvl="3">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4pPr>
            <a:lvl5pPr lvl="4">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5pPr>
            <a:lvl6pPr lvl="5">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6pPr>
            <a:lvl7pPr lvl="6">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7pPr>
            <a:lvl8pPr lvl="7">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8pPr>
            <a:lvl9pPr lvl="8">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9pPr>
          </a:lstStyle>
          <a:p>
            <a:endParaRPr/>
          </a:p>
        </p:txBody>
      </p:sp>
      <p:sp>
        <p:nvSpPr>
          <p:cNvPr id="7" name="Google Shape;7;p1"/>
          <p:cNvSpPr txBox="1">
            <a:spLocks noGrp="1"/>
          </p:cNvSpPr>
          <p:nvPr>
            <p:ph type="body" idx="1"/>
          </p:nvPr>
        </p:nvSpPr>
        <p:spPr>
          <a:xfrm>
            <a:off x="311700" y="1171600"/>
            <a:ext cx="8520600" cy="33972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1"/>
              </a:buClr>
              <a:buSzPts val="1800"/>
              <a:buFont typeface="Old Standard TT"/>
              <a:buChar char="●"/>
              <a:defRPr sz="1800">
                <a:solidFill>
                  <a:schemeClr val="dk1"/>
                </a:solidFill>
                <a:latin typeface="Old Standard TT"/>
                <a:ea typeface="Old Standard TT"/>
                <a:cs typeface="Old Standard TT"/>
                <a:sym typeface="Old Standard TT"/>
              </a:defRPr>
            </a:lvl1pPr>
            <a:lvl2pPr marL="914400" lvl="1" indent="-3175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2pPr>
            <a:lvl3pPr marL="1371600" lvl="2" indent="-3175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3pPr>
            <a:lvl4pPr marL="1828800" lvl="3" indent="-3175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4pPr>
            <a:lvl5pPr marL="2286000" lvl="4" indent="-3175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5pPr>
            <a:lvl6pPr marL="2743200" lvl="5" indent="-3175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6pPr>
            <a:lvl7pPr marL="3200400" lvl="6" indent="-3175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7pPr>
            <a:lvl8pPr marL="3657600" lvl="7" indent="-3175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8pPr>
            <a:lvl9pPr marL="4114800" lvl="8" indent="-3175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1"/>
                </a:solidFill>
                <a:latin typeface="Old Standard TT"/>
                <a:ea typeface="Old Standard TT"/>
                <a:cs typeface="Old Standard TT"/>
                <a:sym typeface="Old Standard TT"/>
              </a:defRPr>
            </a:lvl1pPr>
            <a:lvl2pPr lvl="1" algn="r">
              <a:buNone/>
              <a:defRPr sz="1000">
                <a:solidFill>
                  <a:schemeClr val="dk1"/>
                </a:solidFill>
                <a:latin typeface="Old Standard TT"/>
                <a:ea typeface="Old Standard TT"/>
                <a:cs typeface="Old Standard TT"/>
                <a:sym typeface="Old Standard TT"/>
              </a:defRPr>
            </a:lvl2pPr>
            <a:lvl3pPr lvl="2" algn="r">
              <a:buNone/>
              <a:defRPr sz="1000">
                <a:solidFill>
                  <a:schemeClr val="dk1"/>
                </a:solidFill>
                <a:latin typeface="Old Standard TT"/>
                <a:ea typeface="Old Standard TT"/>
                <a:cs typeface="Old Standard TT"/>
                <a:sym typeface="Old Standard TT"/>
              </a:defRPr>
            </a:lvl3pPr>
            <a:lvl4pPr lvl="3" algn="r">
              <a:buNone/>
              <a:defRPr sz="1000">
                <a:solidFill>
                  <a:schemeClr val="dk1"/>
                </a:solidFill>
                <a:latin typeface="Old Standard TT"/>
                <a:ea typeface="Old Standard TT"/>
                <a:cs typeface="Old Standard TT"/>
                <a:sym typeface="Old Standard TT"/>
              </a:defRPr>
            </a:lvl4pPr>
            <a:lvl5pPr lvl="4" algn="r">
              <a:buNone/>
              <a:defRPr sz="1000">
                <a:solidFill>
                  <a:schemeClr val="dk1"/>
                </a:solidFill>
                <a:latin typeface="Old Standard TT"/>
                <a:ea typeface="Old Standard TT"/>
                <a:cs typeface="Old Standard TT"/>
                <a:sym typeface="Old Standard TT"/>
              </a:defRPr>
            </a:lvl5pPr>
            <a:lvl6pPr lvl="5" algn="r">
              <a:buNone/>
              <a:defRPr sz="1000">
                <a:solidFill>
                  <a:schemeClr val="dk1"/>
                </a:solidFill>
                <a:latin typeface="Old Standard TT"/>
                <a:ea typeface="Old Standard TT"/>
                <a:cs typeface="Old Standard TT"/>
                <a:sym typeface="Old Standard TT"/>
              </a:defRPr>
            </a:lvl6pPr>
            <a:lvl7pPr lvl="6" algn="r">
              <a:buNone/>
              <a:defRPr sz="1000">
                <a:solidFill>
                  <a:schemeClr val="dk1"/>
                </a:solidFill>
                <a:latin typeface="Old Standard TT"/>
                <a:ea typeface="Old Standard TT"/>
                <a:cs typeface="Old Standard TT"/>
                <a:sym typeface="Old Standard TT"/>
              </a:defRPr>
            </a:lvl7pPr>
            <a:lvl8pPr lvl="7" algn="r">
              <a:buNone/>
              <a:defRPr sz="1000">
                <a:solidFill>
                  <a:schemeClr val="dk1"/>
                </a:solidFill>
                <a:latin typeface="Old Standard TT"/>
                <a:ea typeface="Old Standard TT"/>
                <a:cs typeface="Old Standard TT"/>
                <a:sym typeface="Old Standard TT"/>
              </a:defRPr>
            </a:lvl8pPr>
            <a:lvl9pPr lvl="8" algn="r">
              <a:buNone/>
              <a:defRPr sz="1000">
                <a:solidFill>
                  <a:schemeClr val="dk1"/>
                </a:solidFill>
                <a:latin typeface="Old Standard TT"/>
                <a:ea typeface="Old Standard TT"/>
                <a:cs typeface="Old Standard TT"/>
                <a:sym typeface="Old Standard TT"/>
              </a:defRPr>
            </a:lvl9pPr>
          </a:lstStyle>
          <a:p>
            <a:pPr marL="0" lvl="0" indent="0" algn="r" rtl="0">
              <a:spcBef>
                <a:spcPts val="0"/>
              </a:spcBef>
              <a:spcAft>
                <a:spcPts val="0"/>
              </a:spcAft>
              <a:buNone/>
            </a:pPr>
            <a:fld id="{00000000-1234-1234-1234-123412341234}" type="slidenum">
              <a:rPr lang="ja"/>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22"/>
          <p:cNvSpPr txBox="1">
            <a:spLocks noGrp="1"/>
          </p:cNvSpPr>
          <p:nvPr>
            <p:ph type="title"/>
          </p:nvPr>
        </p:nvSpPr>
        <p:spPr>
          <a:xfrm>
            <a:off x="484566" y="339550"/>
            <a:ext cx="6787500" cy="637500"/>
          </a:xfrm>
          <a:prstGeom prst="rect">
            <a:avLst/>
          </a:prstGeom>
        </p:spPr>
        <p:txBody>
          <a:bodyPr spcFirstLastPara="1" wrap="square" lIns="68575" tIns="34275" rIns="68575" bIns="34275" anchor="t" anchorCtr="0">
            <a:noAutofit/>
          </a:bodyPr>
          <a:lstStyle/>
          <a:p>
            <a:pPr marL="0" lvl="0" indent="0" algn="l" rtl="0">
              <a:spcBef>
                <a:spcPts val="0"/>
              </a:spcBef>
              <a:spcAft>
                <a:spcPts val="0"/>
              </a:spcAft>
              <a:buNone/>
            </a:pPr>
            <a:r>
              <a:rPr lang="ja" dirty="0">
                <a:latin typeface="Meiryo"/>
                <a:ea typeface="Meiryo"/>
                <a:cs typeface="Meiryo"/>
                <a:sym typeface="Meiryo"/>
              </a:rPr>
              <a:t>・画面遷移</a:t>
            </a:r>
            <a:r>
              <a:rPr lang="ja-JP" altLang="en-US" dirty="0">
                <a:latin typeface="Meiryo"/>
                <a:ea typeface="Meiryo"/>
                <a:cs typeface="Meiryo"/>
                <a:sym typeface="Meiryo"/>
              </a:rPr>
              <a:t>①</a:t>
            </a:r>
            <a:endParaRPr dirty="0">
              <a:latin typeface="Meiryo"/>
              <a:ea typeface="Meiryo"/>
              <a:cs typeface="Meiryo"/>
              <a:sym typeface="Meiryo"/>
            </a:endParaRPr>
          </a:p>
        </p:txBody>
      </p:sp>
      <p:sp>
        <p:nvSpPr>
          <p:cNvPr id="126" name="Google Shape;126;p22"/>
          <p:cNvSpPr txBox="1">
            <a:spLocks noGrp="1"/>
          </p:cNvSpPr>
          <p:nvPr>
            <p:ph type="body" idx="1"/>
          </p:nvPr>
        </p:nvSpPr>
        <p:spPr>
          <a:xfrm>
            <a:off x="552150" y="1073125"/>
            <a:ext cx="6158250" cy="3655500"/>
          </a:xfrm>
          <a:prstGeom prst="rect">
            <a:avLst/>
          </a:prstGeom>
        </p:spPr>
        <p:txBody>
          <a:bodyPr spcFirstLastPara="1" wrap="square" lIns="68575" tIns="34275" rIns="68575" bIns="34275" anchor="t" anchorCtr="0">
            <a:noAutofit/>
          </a:bodyPr>
          <a:lstStyle/>
          <a:p>
            <a:pPr marL="0" lvl="0" indent="0" algn="l" rtl="0">
              <a:spcBef>
                <a:spcPts val="800"/>
              </a:spcBef>
              <a:spcAft>
                <a:spcPts val="0"/>
              </a:spcAft>
              <a:buNone/>
            </a:pPr>
            <a:r>
              <a:rPr lang="ja-JP" altLang="en-US" dirty="0">
                <a:solidFill>
                  <a:schemeClr val="tx1"/>
                </a:solidFill>
                <a:latin typeface="Meiryo"/>
                <a:ea typeface="Meiryo"/>
                <a:cs typeface="Meiryo"/>
                <a:sym typeface="Meiryo"/>
              </a:rPr>
              <a:t>①タイトル画面</a:t>
            </a:r>
            <a:endParaRPr lang="en-US" altLang="ja-JP" dirty="0">
              <a:solidFill>
                <a:schemeClr val="tx1"/>
              </a:solidFill>
              <a:latin typeface="Meiryo"/>
              <a:ea typeface="Meiryo"/>
              <a:cs typeface="Meiryo"/>
              <a:sym typeface="Meiryo"/>
            </a:endParaRPr>
          </a:p>
          <a:p>
            <a:pPr marL="0" lvl="0" indent="0" algn="l" rtl="0">
              <a:spcBef>
                <a:spcPts val="800"/>
              </a:spcBef>
              <a:spcAft>
                <a:spcPts val="0"/>
              </a:spcAft>
              <a:buNone/>
            </a:pPr>
            <a:r>
              <a:rPr lang="ja-JP" altLang="en-US" dirty="0">
                <a:solidFill>
                  <a:schemeClr val="tx1"/>
                </a:solidFill>
                <a:latin typeface="Meiryo"/>
                <a:ea typeface="Meiryo"/>
                <a:cs typeface="Meiryo"/>
                <a:sym typeface="Meiryo"/>
              </a:rPr>
              <a:t>・表示内容：ゲームタイトル、ゲーム開始ボタン、終了ボタン</a:t>
            </a:r>
            <a:endParaRPr lang="en-US" altLang="ja-JP" dirty="0">
              <a:solidFill>
                <a:schemeClr val="tx1"/>
              </a:solidFill>
              <a:latin typeface="Meiryo"/>
              <a:ea typeface="Meiryo"/>
              <a:cs typeface="Meiryo"/>
              <a:sym typeface="Meiryo"/>
            </a:endParaRPr>
          </a:p>
          <a:p>
            <a:pPr marL="0" lvl="0" indent="0" algn="l" rtl="0">
              <a:spcBef>
                <a:spcPts val="800"/>
              </a:spcBef>
              <a:spcAft>
                <a:spcPts val="0"/>
              </a:spcAft>
              <a:buNone/>
            </a:pPr>
            <a:r>
              <a:rPr lang="ja-JP" altLang="en-US" dirty="0">
                <a:solidFill>
                  <a:schemeClr val="tx1"/>
                </a:solidFill>
                <a:latin typeface="Meiryo"/>
                <a:ea typeface="Meiryo"/>
                <a:cs typeface="Meiryo"/>
                <a:sym typeface="Meiryo"/>
              </a:rPr>
              <a:t>・ゲーム開始を選択すると、初回プレイかどうかを判定する。</a:t>
            </a:r>
            <a:endParaRPr lang="en-US" altLang="ja-JP" dirty="0">
              <a:solidFill>
                <a:schemeClr val="tx1"/>
              </a:solidFill>
              <a:latin typeface="Meiryo"/>
              <a:ea typeface="Meiryo"/>
              <a:cs typeface="Meiryo"/>
              <a:sym typeface="Meiryo"/>
            </a:endParaRPr>
          </a:p>
          <a:p>
            <a:pPr marL="0" lvl="0" indent="0" algn="l" rtl="0">
              <a:spcBef>
                <a:spcPts val="800"/>
              </a:spcBef>
              <a:spcAft>
                <a:spcPts val="0"/>
              </a:spcAft>
              <a:buNone/>
            </a:pPr>
            <a:r>
              <a:rPr lang="ja-JP" altLang="en-US" dirty="0">
                <a:solidFill>
                  <a:schemeClr val="tx1"/>
                </a:solidFill>
                <a:latin typeface="Meiryo"/>
                <a:ea typeface="Meiryo"/>
                <a:cs typeface="Meiryo"/>
                <a:sym typeface="Meiryo"/>
              </a:rPr>
              <a:t>・初回の場合はチュートリアル画面へ、</a:t>
            </a:r>
            <a:r>
              <a:rPr lang="en-US" altLang="ja-JP" dirty="0">
                <a:solidFill>
                  <a:schemeClr val="tx1"/>
                </a:solidFill>
                <a:latin typeface="Meiryo"/>
                <a:ea typeface="Meiryo"/>
                <a:cs typeface="Meiryo"/>
                <a:sym typeface="Meiryo"/>
              </a:rPr>
              <a:t>2</a:t>
            </a:r>
            <a:r>
              <a:rPr lang="ja-JP" altLang="en-US" dirty="0">
                <a:solidFill>
                  <a:schemeClr val="tx1"/>
                </a:solidFill>
                <a:latin typeface="Meiryo"/>
                <a:ea typeface="Meiryo"/>
                <a:cs typeface="Meiryo"/>
                <a:sym typeface="Meiryo"/>
              </a:rPr>
              <a:t>回目以降は強化画面へ移動する。</a:t>
            </a:r>
            <a:endParaRPr dirty="0">
              <a:solidFill>
                <a:schemeClr val="tx1"/>
              </a:solidFill>
              <a:latin typeface="Meiryo"/>
              <a:ea typeface="Meiryo"/>
              <a:cs typeface="Meiryo"/>
              <a:sym typeface="Meiryo"/>
            </a:endParaRPr>
          </a:p>
        </p:txBody>
      </p:sp>
      <p:pic>
        <p:nvPicPr>
          <p:cNvPr id="3" name="図 2">
            <a:extLst>
              <a:ext uri="{FF2B5EF4-FFF2-40B4-BE49-F238E27FC236}">
                <a16:creationId xmlns:a16="http://schemas.microsoft.com/office/drawing/2014/main" id="{9EAFBCDE-C09E-42E1-B18F-50283D7FDD39}"/>
              </a:ext>
            </a:extLst>
          </p:cNvPr>
          <p:cNvPicPr>
            <a:picLocks noChangeAspect="1"/>
          </p:cNvPicPr>
          <p:nvPr/>
        </p:nvPicPr>
        <p:blipFill>
          <a:blip r:embed="rId3"/>
          <a:stretch>
            <a:fillRect/>
          </a:stretch>
        </p:blipFill>
        <p:spPr>
          <a:xfrm>
            <a:off x="6829457" y="0"/>
            <a:ext cx="2314543"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22"/>
          <p:cNvSpPr txBox="1">
            <a:spLocks noGrp="1"/>
          </p:cNvSpPr>
          <p:nvPr>
            <p:ph type="title"/>
          </p:nvPr>
        </p:nvSpPr>
        <p:spPr>
          <a:xfrm>
            <a:off x="484566" y="339550"/>
            <a:ext cx="6787500" cy="637500"/>
          </a:xfrm>
          <a:prstGeom prst="rect">
            <a:avLst/>
          </a:prstGeom>
        </p:spPr>
        <p:txBody>
          <a:bodyPr spcFirstLastPara="1" wrap="square" lIns="68575" tIns="34275" rIns="68575" bIns="34275" anchor="t" anchorCtr="0">
            <a:noAutofit/>
          </a:bodyPr>
          <a:lstStyle/>
          <a:p>
            <a:pPr marL="0" lvl="0" indent="0" algn="l" rtl="0">
              <a:spcBef>
                <a:spcPts val="0"/>
              </a:spcBef>
              <a:spcAft>
                <a:spcPts val="0"/>
              </a:spcAft>
              <a:buNone/>
            </a:pPr>
            <a:r>
              <a:rPr lang="ja" dirty="0">
                <a:latin typeface="Meiryo"/>
                <a:ea typeface="Meiryo"/>
                <a:cs typeface="Meiryo"/>
                <a:sym typeface="Meiryo"/>
              </a:rPr>
              <a:t>・画面遷移</a:t>
            </a:r>
            <a:r>
              <a:rPr lang="ja-JP" altLang="en-US" dirty="0">
                <a:latin typeface="Meiryo"/>
                <a:ea typeface="Meiryo"/>
                <a:cs typeface="Meiryo"/>
                <a:sym typeface="Meiryo"/>
              </a:rPr>
              <a:t>②</a:t>
            </a:r>
            <a:endParaRPr dirty="0">
              <a:latin typeface="Meiryo"/>
              <a:ea typeface="Meiryo"/>
              <a:cs typeface="Meiryo"/>
              <a:sym typeface="Meiryo"/>
            </a:endParaRPr>
          </a:p>
        </p:txBody>
      </p:sp>
      <p:sp>
        <p:nvSpPr>
          <p:cNvPr id="126" name="Google Shape;126;p22"/>
          <p:cNvSpPr txBox="1">
            <a:spLocks noGrp="1"/>
          </p:cNvSpPr>
          <p:nvPr>
            <p:ph type="body" idx="1"/>
          </p:nvPr>
        </p:nvSpPr>
        <p:spPr>
          <a:xfrm>
            <a:off x="552150" y="1073124"/>
            <a:ext cx="8591850" cy="4070376"/>
          </a:xfrm>
          <a:prstGeom prst="rect">
            <a:avLst/>
          </a:prstGeom>
        </p:spPr>
        <p:txBody>
          <a:bodyPr spcFirstLastPara="1" wrap="square" lIns="68575" tIns="34275" rIns="68575" bIns="34275" anchor="t" anchorCtr="0">
            <a:noAutofit/>
          </a:bodyPr>
          <a:lstStyle/>
          <a:p>
            <a:pPr marL="0" lvl="0" indent="0" algn="l" rtl="0">
              <a:spcBef>
                <a:spcPts val="800"/>
              </a:spcBef>
              <a:spcAft>
                <a:spcPts val="0"/>
              </a:spcAft>
              <a:buNone/>
            </a:pPr>
            <a:r>
              <a:rPr lang="ja-JP" altLang="en-US" dirty="0">
                <a:solidFill>
                  <a:schemeClr val="tx1"/>
                </a:solidFill>
                <a:latin typeface="Meiryo"/>
                <a:ea typeface="Meiryo"/>
                <a:cs typeface="Meiryo"/>
                <a:sym typeface="Meiryo"/>
              </a:rPr>
              <a:t>②チュートリアル画面</a:t>
            </a:r>
            <a:endParaRPr lang="en-US" altLang="ja-JP" dirty="0">
              <a:solidFill>
                <a:schemeClr val="tx1"/>
              </a:solidFill>
              <a:latin typeface="Meiryo"/>
              <a:ea typeface="Meiryo"/>
              <a:cs typeface="Meiryo"/>
              <a:sym typeface="Meiryo"/>
            </a:endParaRPr>
          </a:p>
          <a:p>
            <a:pPr marL="0" lvl="0" indent="0" algn="l" rtl="0">
              <a:spcBef>
                <a:spcPts val="800"/>
              </a:spcBef>
              <a:spcAft>
                <a:spcPts val="0"/>
              </a:spcAft>
              <a:buNone/>
            </a:pPr>
            <a:r>
              <a:rPr lang="ja-JP" altLang="en-US" dirty="0">
                <a:solidFill>
                  <a:schemeClr val="tx1"/>
                </a:solidFill>
                <a:latin typeface="Meiryo"/>
                <a:ea typeface="Meiryo"/>
                <a:cs typeface="Meiryo"/>
                <a:sym typeface="Meiryo"/>
              </a:rPr>
              <a:t>・表示内容：基本操作、情報の真偽判定、得点・減点ルール</a:t>
            </a:r>
            <a:endParaRPr lang="en-US" altLang="ja-JP" dirty="0">
              <a:solidFill>
                <a:schemeClr val="tx1"/>
              </a:solidFill>
              <a:latin typeface="Meiryo"/>
              <a:ea typeface="Meiryo"/>
              <a:cs typeface="Meiryo"/>
              <a:sym typeface="Meiryo"/>
            </a:endParaRPr>
          </a:p>
          <a:p>
            <a:pPr marL="0" lvl="0" indent="0" algn="l" rtl="0">
              <a:spcBef>
                <a:spcPts val="800"/>
              </a:spcBef>
              <a:spcAft>
                <a:spcPts val="0"/>
              </a:spcAft>
              <a:buNone/>
            </a:pPr>
            <a:r>
              <a:rPr lang="ja-JP" altLang="en-US" dirty="0">
                <a:solidFill>
                  <a:schemeClr val="tx1"/>
                </a:solidFill>
                <a:latin typeface="Meiryo"/>
                <a:ea typeface="Meiryo"/>
                <a:cs typeface="Meiryo"/>
                <a:sym typeface="Meiryo"/>
              </a:rPr>
              <a:t>・説明終了後、強化画面へ移動する。</a:t>
            </a:r>
            <a:endParaRPr lang="en-US" altLang="ja-JP" dirty="0">
              <a:solidFill>
                <a:schemeClr val="tx1"/>
              </a:solidFill>
              <a:latin typeface="Meiryo"/>
              <a:ea typeface="Meiryo"/>
              <a:cs typeface="Meiryo"/>
              <a:sym typeface="Meiryo"/>
            </a:endParaRPr>
          </a:p>
          <a:p>
            <a:pPr marL="0" lvl="0" indent="0" algn="l" rtl="0">
              <a:spcBef>
                <a:spcPts val="800"/>
              </a:spcBef>
              <a:spcAft>
                <a:spcPts val="0"/>
              </a:spcAft>
              <a:buNone/>
            </a:pPr>
            <a:r>
              <a:rPr lang="ja-JP" altLang="en-US" dirty="0">
                <a:solidFill>
                  <a:schemeClr val="tx1"/>
                </a:solidFill>
                <a:latin typeface="Meiryo"/>
                <a:ea typeface="Meiryo"/>
                <a:cs typeface="Meiryo"/>
                <a:sym typeface="Meiryo"/>
              </a:rPr>
              <a:t>・チュートリアルを確認済みかどうかを記録し、次回以降は表示しない。</a:t>
            </a:r>
            <a:endParaRPr lang="en-US" altLang="ja-JP" dirty="0">
              <a:solidFill>
                <a:schemeClr val="tx1"/>
              </a:solidFill>
              <a:latin typeface="Meiryo"/>
              <a:ea typeface="Meiryo"/>
              <a:cs typeface="Meiryo"/>
              <a:sym typeface="Meiryo"/>
            </a:endParaRPr>
          </a:p>
          <a:p>
            <a:pPr marL="0" lvl="0" indent="0" algn="l" rtl="0">
              <a:spcBef>
                <a:spcPts val="800"/>
              </a:spcBef>
              <a:spcAft>
                <a:spcPts val="0"/>
              </a:spcAft>
              <a:buNone/>
            </a:pPr>
            <a:r>
              <a:rPr lang="ja-JP" altLang="en-US" dirty="0">
                <a:solidFill>
                  <a:schemeClr val="tx1"/>
                </a:solidFill>
                <a:latin typeface="Meiryo"/>
                <a:ea typeface="Meiryo"/>
                <a:cs typeface="Meiryo"/>
                <a:sym typeface="Meiryo"/>
              </a:rPr>
              <a:t>③強化画面</a:t>
            </a:r>
            <a:endParaRPr lang="en-US" altLang="ja-JP" dirty="0">
              <a:solidFill>
                <a:schemeClr val="tx1"/>
              </a:solidFill>
              <a:latin typeface="Meiryo"/>
              <a:ea typeface="Meiryo"/>
              <a:cs typeface="Meiryo"/>
              <a:sym typeface="Meiryo"/>
            </a:endParaRPr>
          </a:p>
          <a:p>
            <a:pPr marL="0" lvl="0" indent="0" algn="l" rtl="0">
              <a:spcBef>
                <a:spcPts val="800"/>
              </a:spcBef>
              <a:spcAft>
                <a:spcPts val="0"/>
              </a:spcAft>
              <a:buNone/>
            </a:pPr>
            <a:r>
              <a:rPr lang="ja-JP" altLang="en-US" dirty="0">
                <a:solidFill>
                  <a:schemeClr val="tx1"/>
                </a:solidFill>
                <a:latin typeface="Meiryo"/>
                <a:ea typeface="Meiryo"/>
                <a:cs typeface="Meiryo"/>
                <a:sym typeface="Meiryo"/>
              </a:rPr>
              <a:t>・表示内容：所持ポイント、強化項目、強化に必要なポイント、各能力の現在地</a:t>
            </a:r>
            <a:endParaRPr lang="en-US" altLang="ja-JP" dirty="0">
              <a:solidFill>
                <a:schemeClr val="tx1"/>
              </a:solidFill>
              <a:latin typeface="Meiryo"/>
              <a:ea typeface="Meiryo"/>
              <a:cs typeface="Meiryo"/>
              <a:sym typeface="Meiryo"/>
            </a:endParaRPr>
          </a:p>
          <a:p>
            <a:pPr marL="0" lvl="0" indent="0" algn="l" rtl="0">
              <a:spcBef>
                <a:spcPts val="800"/>
              </a:spcBef>
              <a:spcAft>
                <a:spcPts val="0"/>
              </a:spcAft>
              <a:buNone/>
            </a:pPr>
            <a:r>
              <a:rPr lang="ja-JP" altLang="en-US" dirty="0">
                <a:solidFill>
                  <a:schemeClr val="tx1"/>
                </a:solidFill>
                <a:latin typeface="Meiryo"/>
                <a:ea typeface="Meiryo"/>
                <a:cs typeface="Meiryo"/>
                <a:sym typeface="Meiryo"/>
              </a:rPr>
              <a:t>・記憶容量や情報の読み込み速度などを強化できる。</a:t>
            </a:r>
            <a:endParaRPr lang="en-US" altLang="ja-JP" dirty="0">
              <a:solidFill>
                <a:schemeClr val="tx1"/>
              </a:solidFill>
              <a:latin typeface="Meiryo"/>
              <a:ea typeface="Meiryo"/>
              <a:cs typeface="Meiryo"/>
              <a:sym typeface="Meiryo"/>
            </a:endParaRPr>
          </a:p>
          <a:p>
            <a:pPr marL="0" lvl="0" indent="0" algn="l" rtl="0">
              <a:spcBef>
                <a:spcPts val="800"/>
              </a:spcBef>
              <a:spcAft>
                <a:spcPts val="0"/>
              </a:spcAft>
              <a:buNone/>
            </a:pPr>
            <a:r>
              <a:rPr lang="ja-JP" altLang="en-US" dirty="0">
                <a:solidFill>
                  <a:schemeClr val="tx1"/>
                </a:solidFill>
                <a:latin typeface="Meiryo"/>
                <a:ea typeface="Meiryo"/>
                <a:cs typeface="Meiryo"/>
                <a:sym typeface="Meiryo"/>
              </a:rPr>
              <a:t>・強化を終えてゲーム開始を選択すると、ゲーム画面へ移動する。</a:t>
            </a:r>
            <a:endParaRPr lang="en-US" altLang="ja-JP" dirty="0">
              <a:solidFill>
                <a:schemeClr val="tx1"/>
              </a:solidFill>
              <a:latin typeface="Meiryo"/>
              <a:ea typeface="Meiryo"/>
              <a:cs typeface="Meiryo"/>
              <a:sym typeface="Meiryo"/>
            </a:endParaRPr>
          </a:p>
          <a:p>
            <a:pPr marL="0" lvl="0" indent="0" algn="l" rtl="0">
              <a:spcBef>
                <a:spcPts val="800"/>
              </a:spcBef>
              <a:spcAft>
                <a:spcPts val="0"/>
              </a:spcAft>
              <a:buNone/>
            </a:pPr>
            <a:r>
              <a:rPr lang="ja-JP" altLang="en-US" dirty="0">
                <a:solidFill>
                  <a:schemeClr val="tx1"/>
                </a:solidFill>
                <a:latin typeface="Meiryo"/>
                <a:ea typeface="Meiryo"/>
                <a:cs typeface="Meiryo"/>
                <a:sym typeface="Meiryo"/>
              </a:rPr>
              <a:t>・リザルト後に訪れた場合は、獲得ポイントを使用して再挑戦の準備を行う。</a:t>
            </a:r>
            <a:endParaRPr lang="en-US" altLang="ja-JP" dirty="0">
              <a:solidFill>
                <a:schemeClr val="tx1"/>
              </a:solidFill>
              <a:latin typeface="Meiryo"/>
              <a:ea typeface="Meiryo"/>
              <a:cs typeface="Meiryo"/>
              <a:sym typeface="Meiryo"/>
            </a:endParaRPr>
          </a:p>
        </p:txBody>
      </p:sp>
    </p:spTree>
    <p:extLst>
      <p:ext uri="{BB962C8B-B14F-4D97-AF65-F5344CB8AC3E}">
        <p14:creationId xmlns:p14="http://schemas.microsoft.com/office/powerpoint/2010/main" val="14500992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22"/>
          <p:cNvSpPr txBox="1">
            <a:spLocks noGrp="1"/>
          </p:cNvSpPr>
          <p:nvPr>
            <p:ph type="title"/>
          </p:nvPr>
        </p:nvSpPr>
        <p:spPr>
          <a:xfrm>
            <a:off x="484566" y="339550"/>
            <a:ext cx="6787500" cy="637500"/>
          </a:xfrm>
          <a:prstGeom prst="rect">
            <a:avLst/>
          </a:prstGeom>
        </p:spPr>
        <p:txBody>
          <a:bodyPr spcFirstLastPara="1" wrap="square" lIns="68575" tIns="34275" rIns="68575" bIns="34275" anchor="t" anchorCtr="0">
            <a:noAutofit/>
          </a:bodyPr>
          <a:lstStyle/>
          <a:p>
            <a:pPr marL="0" lvl="0" indent="0" algn="l" rtl="0">
              <a:spcBef>
                <a:spcPts val="0"/>
              </a:spcBef>
              <a:spcAft>
                <a:spcPts val="0"/>
              </a:spcAft>
              <a:buNone/>
            </a:pPr>
            <a:r>
              <a:rPr lang="ja" dirty="0">
                <a:latin typeface="Meiryo"/>
                <a:ea typeface="Meiryo"/>
                <a:cs typeface="Meiryo"/>
                <a:sym typeface="Meiryo"/>
              </a:rPr>
              <a:t>・画面遷移</a:t>
            </a:r>
            <a:r>
              <a:rPr lang="ja-JP" altLang="en-US" dirty="0">
                <a:latin typeface="Meiryo"/>
                <a:ea typeface="Meiryo"/>
                <a:cs typeface="Meiryo"/>
                <a:sym typeface="Meiryo"/>
              </a:rPr>
              <a:t>③</a:t>
            </a:r>
            <a:endParaRPr dirty="0">
              <a:latin typeface="Meiryo"/>
              <a:ea typeface="Meiryo"/>
              <a:cs typeface="Meiryo"/>
              <a:sym typeface="Meiryo"/>
            </a:endParaRPr>
          </a:p>
        </p:txBody>
      </p:sp>
      <p:sp>
        <p:nvSpPr>
          <p:cNvPr id="126" name="Google Shape;126;p22"/>
          <p:cNvSpPr txBox="1">
            <a:spLocks noGrp="1"/>
          </p:cNvSpPr>
          <p:nvPr>
            <p:ph type="body" idx="1"/>
          </p:nvPr>
        </p:nvSpPr>
        <p:spPr>
          <a:xfrm>
            <a:off x="552150" y="1073124"/>
            <a:ext cx="8018826" cy="4070376"/>
          </a:xfrm>
          <a:prstGeom prst="rect">
            <a:avLst/>
          </a:prstGeom>
        </p:spPr>
        <p:txBody>
          <a:bodyPr spcFirstLastPara="1" wrap="square" lIns="68575" tIns="34275" rIns="68575" bIns="34275" anchor="t" anchorCtr="0">
            <a:noAutofit/>
          </a:bodyPr>
          <a:lstStyle/>
          <a:p>
            <a:pPr marL="0" lvl="0" indent="0" algn="l" rtl="0">
              <a:spcBef>
                <a:spcPts val="800"/>
              </a:spcBef>
              <a:spcAft>
                <a:spcPts val="0"/>
              </a:spcAft>
              <a:buNone/>
            </a:pPr>
            <a:r>
              <a:rPr lang="ja-JP" altLang="en-US" dirty="0">
                <a:solidFill>
                  <a:schemeClr val="tx1"/>
                </a:solidFill>
                <a:latin typeface="Meiryo"/>
                <a:ea typeface="Meiryo"/>
                <a:cs typeface="Meiryo"/>
                <a:sym typeface="Meiryo"/>
              </a:rPr>
              <a:t>④ゲーム画面</a:t>
            </a:r>
            <a:endParaRPr lang="en-US" altLang="ja-JP" dirty="0">
              <a:solidFill>
                <a:schemeClr val="tx1"/>
              </a:solidFill>
              <a:latin typeface="Meiryo"/>
              <a:ea typeface="Meiryo"/>
              <a:cs typeface="Meiryo"/>
              <a:sym typeface="Meiryo"/>
            </a:endParaRPr>
          </a:p>
          <a:p>
            <a:pPr marL="0" lvl="0" indent="0" algn="l" rtl="0">
              <a:spcBef>
                <a:spcPts val="800"/>
              </a:spcBef>
              <a:spcAft>
                <a:spcPts val="0"/>
              </a:spcAft>
              <a:buNone/>
            </a:pPr>
            <a:r>
              <a:rPr lang="ja-JP" altLang="en-US" dirty="0">
                <a:solidFill>
                  <a:schemeClr val="tx1"/>
                </a:solidFill>
                <a:latin typeface="Meiryo"/>
                <a:ea typeface="Meiryo"/>
                <a:cs typeface="Meiryo"/>
                <a:sym typeface="Meiryo"/>
              </a:rPr>
              <a:t>・表示内容：</a:t>
            </a:r>
            <a:r>
              <a:rPr lang="en-US" altLang="ja-JP" dirty="0">
                <a:solidFill>
                  <a:schemeClr val="tx1"/>
                </a:solidFill>
                <a:latin typeface="Meiryo"/>
                <a:ea typeface="Meiryo"/>
                <a:cs typeface="Meiryo"/>
                <a:sym typeface="Meiryo"/>
              </a:rPr>
              <a:t>3D</a:t>
            </a:r>
            <a:r>
              <a:rPr lang="ja-JP" altLang="en-US" dirty="0">
                <a:solidFill>
                  <a:schemeClr val="tx1"/>
                </a:solidFill>
                <a:latin typeface="Meiryo"/>
                <a:ea typeface="Meiryo"/>
                <a:cs typeface="Meiryo"/>
                <a:sym typeface="Meiryo"/>
              </a:rPr>
              <a:t>空間、残り時間、スコア、情報ウィンドウなど</a:t>
            </a:r>
            <a:endParaRPr lang="en-US" altLang="ja-JP" dirty="0">
              <a:solidFill>
                <a:schemeClr val="tx1"/>
              </a:solidFill>
              <a:latin typeface="Meiryo"/>
              <a:ea typeface="Meiryo"/>
              <a:cs typeface="Meiryo"/>
              <a:sym typeface="Meiryo"/>
            </a:endParaRPr>
          </a:p>
          <a:p>
            <a:pPr marL="0" lvl="0" indent="0" algn="l" rtl="0">
              <a:spcBef>
                <a:spcPts val="800"/>
              </a:spcBef>
              <a:spcAft>
                <a:spcPts val="0"/>
              </a:spcAft>
              <a:buNone/>
            </a:pPr>
            <a:r>
              <a:rPr lang="ja-JP" altLang="en-US" dirty="0">
                <a:solidFill>
                  <a:schemeClr val="tx1"/>
                </a:solidFill>
                <a:latin typeface="メイリオ" panose="020B0604030504040204" pitchFamily="50" charset="-128"/>
                <a:ea typeface="メイリオ" panose="020B0604030504040204" pitchFamily="50" charset="-128"/>
                <a:cs typeface="Meiryo"/>
                <a:sym typeface="Meiryo"/>
              </a:rPr>
              <a:t>・</a:t>
            </a:r>
            <a:r>
              <a:rPr lang="ja-JP" altLang="en-US" dirty="0">
                <a:latin typeface="メイリオ" panose="020B0604030504040204" pitchFamily="50" charset="-128"/>
                <a:ea typeface="メイリオ" panose="020B0604030504040204" pitchFamily="50" charset="-128"/>
              </a:rPr>
              <a:t>プレイヤーは空間内を移動し、情報の真偽を判定する。</a:t>
            </a:r>
            <a:endParaRPr lang="en-US" altLang="ja-JP" dirty="0">
              <a:latin typeface="メイリオ" panose="020B0604030504040204" pitchFamily="50" charset="-128"/>
              <a:ea typeface="メイリオ" panose="020B0604030504040204" pitchFamily="50" charset="-128"/>
            </a:endParaRPr>
          </a:p>
          <a:p>
            <a:pPr marL="0" lvl="0" indent="0" algn="l" rtl="0">
              <a:spcBef>
                <a:spcPts val="800"/>
              </a:spcBef>
              <a:spcAft>
                <a:spcPts val="0"/>
              </a:spcAft>
              <a:buNone/>
            </a:pPr>
            <a:r>
              <a:rPr lang="ja-JP" altLang="en-US" dirty="0">
                <a:latin typeface="メイリオ" panose="020B0604030504040204" pitchFamily="50" charset="-128"/>
                <a:ea typeface="メイリオ" panose="020B0604030504040204" pitchFamily="50" charset="-128"/>
              </a:rPr>
              <a:t>・嘘情報を削除すると得点し、真情報を誤って削除すると減点する。</a:t>
            </a:r>
            <a:endParaRPr lang="en-US" altLang="ja-JP" dirty="0">
              <a:latin typeface="メイリオ" panose="020B0604030504040204" pitchFamily="50" charset="-128"/>
              <a:ea typeface="メイリオ" panose="020B0604030504040204" pitchFamily="50" charset="-128"/>
            </a:endParaRPr>
          </a:p>
          <a:p>
            <a:pPr marL="0" lvl="0" indent="0" algn="l" rtl="0">
              <a:spcBef>
                <a:spcPts val="800"/>
              </a:spcBef>
              <a:spcAft>
                <a:spcPts val="0"/>
              </a:spcAft>
              <a:buNone/>
            </a:pPr>
            <a:r>
              <a:rPr lang="ja-JP" altLang="en-US" dirty="0">
                <a:solidFill>
                  <a:schemeClr val="tx1"/>
                </a:solidFill>
                <a:latin typeface="メイリオ" panose="020B0604030504040204" pitchFamily="50" charset="-128"/>
                <a:ea typeface="メイリオ" panose="020B0604030504040204" pitchFamily="50" charset="-128"/>
                <a:cs typeface="Meiryo"/>
                <a:sym typeface="Meiryo"/>
              </a:rPr>
              <a:t>・</a:t>
            </a:r>
            <a:r>
              <a:rPr lang="en-US" altLang="ja-JP" dirty="0">
                <a:latin typeface="メイリオ" panose="020B0604030504040204" pitchFamily="50" charset="-128"/>
                <a:ea typeface="メイリオ" panose="020B0604030504040204" pitchFamily="50" charset="-128"/>
              </a:rPr>
              <a:t>Esc</a:t>
            </a:r>
            <a:r>
              <a:rPr lang="ja-JP" altLang="en-US" dirty="0">
                <a:latin typeface="メイリオ" panose="020B0604030504040204" pitchFamily="50" charset="-128"/>
                <a:ea typeface="メイリオ" panose="020B0604030504040204" pitchFamily="50" charset="-128"/>
              </a:rPr>
              <a:t>キーを押すとポーズ画面へ移動する。</a:t>
            </a:r>
            <a:endParaRPr lang="en-US" altLang="ja-JP" dirty="0">
              <a:latin typeface="メイリオ" panose="020B0604030504040204" pitchFamily="50" charset="-128"/>
              <a:ea typeface="メイリオ" panose="020B0604030504040204" pitchFamily="50" charset="-128"/>
            </a:endParaRPr>
          </a:p>
          <a:p>
            <a:pPr marL="0" lvl="0" indent="0" algn="l" rtl="0">
              <a:spcBef>
                <a:spcPts val="800"/>
              </a:spcBef>
              <a:spcAft>
                <a:spcPts val="0"/>
              </a:spcAft>
              <a:buNone/>
            </a:pPr>
            <a:r>
              <a:rPr lang="ja-JP" altLang="en-US" dirty="0">
                <a:solidFill>
                  <a:schemeClr val="tx1"/>
                </a:solidFill>
                <a:latin typeface="メイリオ" panose="020B0604030504040204" pitchFamily="50" charset="-128"/>
                <a:ea typeface="メイリオ" panose="020B0604030504040204" pitchFamily="50" charset="-128"/>
                <a:cs typeface="Meiryo"/>
                <a:sym typeface="Meiryo"/>
              </a:rPr>
              <a:t>・</a:t>
            </a:r>
            <a:r>
              <a:rPr lang="ja-JP" altLang="en-US" dirty="0">
                <a:latin typeface="メイリオ" panose="020B0604030504040204" pitchFamily="50" charset="-128"/>
                <a:ea typeface="メイリオ" panose="020B0604030504040204" pitchFamily="50" charset="-128"/>
              </a:rPr>
              <a:t>制限時間が</a:t>
            </a:r>
            <a:r>
              <a:rPr lang="en-US" altLang="ja-JP" dirty="0">
                <a:latin typeface="メイリオ" panose="020B0604030504040204" pitchFamily="50" charset="-128"/>
                <a:ea typeface="メイリオ" panose="020B0604030504040204" pitchFamily="50" charset="-128"/>
              </a:rPr>
              <a:t>0</a:t>
            </a:r>
            <a:r>
              <a:rPr lang="ja-JP" altLang="en-US" dirty="0">
                <a:latin typeface="メイリオ" panose="020B0604030504040204" pitchFamily="50" charset="-128"/>
                <a:ea typeface="メイリオ" panose="020B0604030504040204" pitchFamily="50" charset="-128"/>
              </a:rPr>
              <a:t>になると、リザルト画面へ移動する。</a:t>
            </a:r>
            <a:endParaRPr lang="en-US" altLang="ja-JP" dirty="0">
              <a:latin typeface="メイリオ" panose="020B0604030504040204" pitchFamily="50" charset="-128"/>
              <a:ea typeface="メイリオ" panose="020B0604030504040204" pitchFamily="50" charset="-128"/>
            </a:endParaRPr>
          </a:p>
          <a:p>
            <a:pPr marL="0" lvl="0" indent="0" algn="l" rtl="0">
              <a:spcBef>
                <a:spcPts val="800"/>
              </a:spcBef>
              <a:spcAft>
                <a:spcPts val="0"/>
              </a:spcAft>
              <a:buNone/>
            </a:pPr>
            <a:endParaRPr lang="en-US" altLang="ja-JP" dirty="0">
              <a:solidFill>
                <a:schemeClr val="tx1"/>
              </a:solidFill>
              <a:latin typeface="メイリオ" panose="020B0604030504040204" pitchFamily="50" charset="-128"/>
              <a:ea typeface="メイリオ" panose="020B0604030504040204" pitchFamily="50" charset="-128"/>
              <a:cs typeface="Meiryo"/>
              <a:sym typeface="Meiryo"/>
            </a:endParaRPr>
          </a:p>
          <a:p>
            <a:pPr marL="0" lvl="0" indent="0" algn="l" rtl="0">
              <a:spcBef>
                <a:spcPts val="800"/>
              </a:spcBef>
              <a:spcAft>
                <a:spcPts val="0"/>
              </a:spcAft>
              <a:buNone/>
            </a:pPr>
            <a:r>
              <a:rPr lang="en-US" altLang="ja-JP" dirty="0">
                <a:solidFill>
                  <a:schemeClr val="tx1"/>
                </a:solidFill>
                <a:latin typeface="メイリオ" panose="020B0604030504040204" pitchFamily="50" charset="-128"/>
                <a:ea typeface="メイリオ" panose="020B0604030504040204" pitchFamily="50" charset="-128"/>
                <a:cs typeface="Meiryo"/>
                <a:sym typeface="Meiryo"/>
              </a:rPr>
              <a:t>※</a:t>
            </a:r>
            <a:r>
              <a:rPr lang="ja-JP" altLang="en-US" dirty="0">
                <a:solidFill>
                  <a:schemeClr val="tx1"/>
                </a:solidFill>
                <a:latin typeface="メイリオ" panose="020B0604030504040204" pitchFamily="50" charset="-128"/>
                <a:ea typeface="メイリオ" panose="020B0604030504040204" pitchFamily="50" charset="-128"/>
                <a:cs typeface="Meiryo"/>
                <a:sym typeface="Meiryo"/>
              </a:rPr>
              <a:t>嘘情報＝偽情報　真情報＝真実</a:t>
            </a:r>
            <a:endParaRPr lang="en-US" altLang="ja-JP" dirty="0">
              <a:solidFill>
                <a:schemeClr val="tx1"/>
              </a:solidFill>
              <a:latin typeface="メイリオ" panose="020B0604030504040204" pitchFamily="50" charset="-128"/>
              <a:ea typeface="メイリオ" panose="020B0604030504040204" pitchFamily="50" charset="-128"/>
              <a:cs typeface="Meiryo"/>
              <a:sym typeface="Meiryo"/>
            </a:endParaRPr>
          </a:p>
        </p:txBody>
      </p:sp>
    </p:spTree>
    <p:extLst>
      <p:ext uri="{BB962C8B-B14F-4D97-AF65-F5344CB8AC3E}">
        <p14:creationId xmlns:p14="http://schemas.microsoft.com/office/powerpoint/2010/main" val="33680161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22"/>
          <p:cNvSpPr txBox="1">
            <a:spLocks noGrp="1"/>
          </p:cNvSpPr>
          <p:nvPr>
            <p:ph type="title"/>
          </p:nvPr>
        </p:nvSpPr>
        <p:spPr>
          <a:xfrm>
            <a:off x="484566" y="339550"/>
            <a:ext cx="6787500" cy="637500"/>
          </a:xfrm>
          <a:prstGeom prst="rect">
            <a:avLst/>
          </a:prstGeom>
        </p:spPr>
        <p:txBody>
          <a:bodyPr spcFirstLastPara="1" wrap="square" lIns="68575" tIns="34275" rIns="68575" bIns="34275" anchor="t" anchorCtr="0">
            <a:noAutofit/>
          </a:bodyPr>
          <a:lstStyle/>
          <a:p>
            <a:pPr marL="0" lvl="0" indent="0" algn="l" rtl="0">
              <a:spcBef>
                <a:spcPts val="0"/>
              </a:spcBef>
              <a:spcAft>
                <a:spcPts val="0"/>
              </a:spcAft>
              <a:buNone/>
            </a:pPr>
            <a:r>
              <a:rPr lang="ja" dirty="0">
                <a:latin typeface="Meiryo"/>
                <a:ea typeface="Meiryo"/>
                <a:cs typeface="Meiryo"/>
                <a:sym typeface="Meiryo"/>
              </a:rPr>
              <a:t>・画面遷移</a:t>
            </a:r>
            <a:r>
              <a:rPr lang="ja-JP" altLang="en-US" dirty="0">
                <a:latin typeface="Meiryo"/>
                <a:ea typeface="Meiryo"/>
                <a:cs typeface="Meiryo"/>
                <a:sym typeface="Meiryo"/>
              </a:rPr>
              <a:t>④</a:t>
            </a:r>
            <a:endParaRPr dirty="0">
              <a:latin typeface="Meiryo"/>
              <a:ea typeface="Meiryo"/>
              <a:cs typeface="Meiryo"/>
              <a:sym typeface="Meiryo"/>
            </a:endParaRPr>
          </a:p>
        </p:txBody>
      </p:sp>
      <p:sp>
        <p:nvSpPr>
          <p:cNvPr id="126" name="Google Shape;126;p22"/>
          <p:cNvSpPr txBox="1">
            <a:spLocks noGrp="1"/>
          </p:cNvSpPr>
          <p:nvPr>
            <p:ph type="body" idx="1"/>
          </p:nvPr>
        </p:nvSpPr>
        <p:spPr>
          <a:xfrm>
            <a:off x="552150" y="1073124"/>
            <a:ext cx="8018826" cy="4070376"/>
          </a:xfrm>
          <a:prstGeom prst="rect">
            <a:avLst/>
          </a:prstGeom>
        </p:spPr>
        <p:txBody>
          <a:bodyPr spcFirstLastPara="1" wrap="square" lIns="68575" tIns="34275" rIns="68575" bIns="34275" anchor="t" anchorCtr="0">
            <a:noAutofit/>
          </a:bodyPr>
          <a:lstStyle/>
          <a:p>
            <a:pPr marL="0" lvl="0" indent="0" algn="l" rtl="0">
              <a:spcBef>
                <a:spcPts val="800"/>
              </a:spcBef>
              <a:spcAft>
                <a:spcPts val="0"/>
              </a:spcAft>
              <a:buNone/>
            </a:pPr>
            <a:r>
              <a:rPr lang="ja-JP" altLang="en-US" dirty="0">
                <a:solidFill>
                  <a:schemeClr val="tx1"/>
                </a:solidFill>
                <a:latin typeface="Meiryo"/>
                <a:ea typeface="Meiryo"/>
                <a:cs typeface="Meiryo"/>
                <a:sym typeface="Meiryo"/>
              </a:rPr>
              <a:t>⑤ポーズ画面</a:t>
            </a:r>
            <a:endParaRPr lang="en-US" altLang="ja-JP" dirty="0">
              <a:solidFill>
                <a:schemeClr val="tx1"/>
              </a:solidFill>
              <a:latin typeface="Meiryo"/>
              <a:ea typeface="Meiryo"/>
              <a:cs typeface="Meiryo"/>
              <a:sym typeface="Meiryo"/>
            </a:endParaRPr>
          </a:p>
          <a:p>
            <a:pPr marL="0" lvl="0" indent="0" algn="l" rtl="0">
              <a:spcBef>
                <a:spcPts val="800"/>
              </a:spcBef>
              <a:spcAft>
                <a:spcPts val="0"/>
              </a:spcAft>
              <a:buNone/>
            </a:pPr>
            <a:r>
              <a:rPr lang="ja-JP" altLang="en-US" dirty="0">
                <a:solidFill>
                  <a:schemeClr val="tx1"/>
                </a:solidFill>
                <a:latin typeface="Meiryo"/>
                <a:ea typeface="Meiryo"/>
                <a:cs typeface="Meiryo"/>
                <a:sym typeface="Meiryo"/>
              </a:rPr>
              <a:t>・表示内容：ゲーム再開ボタン、タイトルへ戻るボタン</a:t>
            </a:r>
            <a:endParaRPr lang="en-US" altLang="ja-JP" dirty="0">
              <a:solidFill>
                <a:schemeClr val="tx1"/>
              </a:solidFill>
              <a:latin typeface="Meiryo"/>
              <a:ea typeface="Meiryo"/>
              <a:cs typeface="Meiryo"/>
              <a:sym typeface="Meiryo"/>
            </a:endParaRPr>
          </a:p>
          <a:p>
            <a:pPr marL="0" lvl="0" indent="0" algn="l" rtl="0">
              <a:spcBef>
                <a:spcPts val="800"/>
              </a:spcBef>
              <a:spcAft>
                <a:spcPts val="0"/>
              </a:spcAft>
              <a:buNone/>
            </a:pPr>
            <a:r>
              <a:rPr lang="ja-JP" altLang="en-US" dirty="0">
                <a:solidFill>
                  <a:schemeClr val="tx1"/>
                </a:solidFill>
                <a:latin typeface="メイリオ" panose="020B0604030504040204" pitchFamily="50" charset="-128"/>
                <a:ea typeface="メイリオ" panose="020B0604030504040204" pitchFamily="50" charset="-128"/>
                <a:cs typeface="Meiryo"/>
                <a:sym typeface="Meiryo"/>
              </a:rPr>
              <a:t>・再開を選択すると、ゲーム画面に戻る。</a:t>
            </a:r>
            <a:endParaRPr lang="en-US" altLang="ja-JP" dirty="0">
              <a:solidFill>
                <a:schemeClr val="tx1"/>
              </a:solidFill>
              <a:latin typeface="メイリオ" panose="020B0604030504040204" pitchFamily="50" charset="-128"/>
              <a:ea typeface="メイリオ" panose="020B0604030504040204" pitchFamily="50" charset="-128"/>
              <a:cs typeface="Meiryo"/>
              <a:sym typeface="Meiryo"/>
            </a:endParaRPr>
          </a:p>
          <a:p>
            <a:pPr marL="0" lvl="0" indent="0" algn="l" rtl="0">
              <a:spcBef>
                <a:spcPts val="800"/>
              </a:spcBef>
              <a:spcAft>
                <a:spcPts val="0"/>
              </a:spcAft>
              <a:buNone/>
            </a:pPr>
            <a:r>
              <a:rPr lang="ja-JP" altLang="en-US" dirty="0">
                <a:latin typeface="メイリオ" panose="020B0604030504040204" pitchFamily="50" charset="-128"/>
                <a:ea typeface="メイリオ" panose="020B0604030504040204" pitchFamily="50" charset="-128"/>
              </a:rPr>
              <a:t>・タイトルへ戻るを選択すると、タイトル画面へ移動する。</a:t>
            </a:r>
            <a:endParaRPr lang="en-US" altLang="ja-JP" dirty="0">
              <a:latin typeface="メイリオ" panose="020B0604030504040204" pitchFamily="50" charset="-128"/>
              <a:ea typeface="メイリオ" panose="020B0604030504040204" pitchFamily="50" charset="-128"/>
            </a:endParaRPr>
          </a:p>
          <a:p>
            <a:pPr marL="0" lvl="0" indent="0" algn="l" rtl="0">
              <a:spcBef>
                <a:spcPts val="800"/>
              </a:spcBef>
              <a:spcAft>
                <a:spcPts val="0"/>
              </a:spcAft>
              <a:buNone/>
            </a:pPr>
            <a:r>
              <a:rPr lang="ja-JP" altLang="en-US" dirty="0">
                <a:solidFill>
                  <a:schemeClr val="tx1"/>
                </a:solidFill>
                <a:latin typeface="メイリオ" panose="020B0604030504040204" pitchFamily="50" charset="-128"/>
                <a:ea typeface="メイリオ" panose="020B0604030504040204" pitchFamily="50" charset="-128"/>
                <a:cs typeface="Meiryo"/>
                <a:sym typeface="Meiryo"/>
              </a:rPr>
              <a:t>・ポーズ中は制限時間を停止し、ゲーム内の進行も一時停止する。</a:t>
            </a:r>
            <a:endParaRPr lang="en-US" altLang="ja-JP" dirty="0">
              <a:solidFill>
                <a:schemeClr val="tx1"/>
              </a:solidFill>
              <a:latin typeface="メイリオ" panose="020B0604030504040204" pitchFamily="50" charset="-128"/>
              <a:ea typeface="メイリオ" panose="020B0604030504040204" pitchFamily="50" charset="-128"/>
              <a:cs typeface="Meiryo"/>
              <a:sym typeface="Meiryo"/>
            </a:endParaRPr>
          </a:p>
          <a:p>
            <a:pPr marL="0" lvl="0" indent="0" algn="l" rtl="0">
              <a:spcBef>
                <a:spcPts val="800"/>
              </a:spcBef>
              <a:spcAft>
                <a:spcPts val="0"/>
              </a:spcAft>
              <a:buNone/>
            </a:pPr>
            <a:r>
              <a:rPr lang="ja-JP" altLang="en-US" dirty="0">
                <a:solidFill>
                  <a:schemeClr val="tx1"/>
                </a:solidFill>
                <a:latin typeface="メイリオ" panose="020B0604030504040204" pitchFamily="50" charset="-128"/>
                <a:ea typeface="メイリオ" panose="020B0604030504040204" pitchFamily="50" charset="-128"/>
                <a:cs typeface="Meiryo"/>
                <a:sym typeface="Meiryo"/>
              </a:rPr>
              <a:t>⑥リザルト画面</a:t>
            </a:r>
            <a:endParaRPr lang="en-US" altLang="ja-JP" dirty="0">
              <a:solidFill>
                <a:schemeClr val="tx1"/>
              </a:solidFill>
              <a:latin typeface="メイリオ" panose="020B0604030504040204" pitchFamily="50" charset="-128"/>
              <a:ea typeface="メイリオ" panose="020B0604030504040204" pitchFamily="50" charset="-128"/>
              <a:cs typeface="Meiryo"/>
              <a:sym typeface="Meiryo"/>
            </a:endParaRPr>
          </a:p>
          <a:p>
            <a:pPr marL="0" lvl="0" indent="0" algn="l" rtl="0">
              <a:spcBef>
                <a:spcPts val="800"/>
              </a:spcBef>
              <a:spcAft>
                <a:spcPts val="0"/>
              </a:spcAft>
              <a:buNone/>
            </a:pPr>
            <a:r>
              <a:rPr lang="ja-JP" altLang="en-US" dirty="0">
                <a:solidFill>
                  <a:schemeClr val="tx1"/>
                </a:solidFill>
                <a:latin typeface="メイリオ" panose="020B0604030504040204" pitchFamily="50" charset="-128"/>
                <a:ea typeface="メイリオ" panose="020B0604030504040204" pitchFamily="50" charset="-128"/>
                <a:cs typeface="Meiryo"/>
                <a:sym typeface="Meiryo"/>
              </a:rPr>
              <a:t>・表示内容：最終スコア、嘘情報の削除数、獲得ポイントなど</a:t>
            </a:r>
            <a:endParaRPr lang="en-US" altLang="ja-JP" dirty="0">
              <a:solidFill>
                <a:schemeClr val="tx1"/>
              </a:solidFill>
              <a:latin typeface="メイリオ" panose="020B0604030504040204" pitchFamily="50" charset="-128"/>
              <a:ea typeface="メイリオ" panose="020B0604030504040204" pitchFamily="50" charset="-128"/>
              <a:cs typeface="Meiryo"/>
              <a:sym typeface="Meiryo"/>
            </a:endParaRPr>
          </a:p>
          <a:p>
            <a:pPr marL="0" lvl="0" indent="0" algn="l" rtl="0">
              <a:spcBef>
                <a:spcPts val="800"/>
              </a:spcBef>
              <a:spcAft>
                <a:spcPts val="0"/>
              </a:spcAft>
              <a:buNone/>
            </a:pPr>
            <a:r>
              <a:rPr lang="ja-JP" altLang="en-US" dirty="0">
                <a:solidFill>
                  <a:schemeClr val="tx1"/>
                </a:solidFill>
                <a:latin typeface="メイリオ" panose="020B0604030504040204" pitchFamily="50" charset="-128"/>
                <a:ea typeface="メイリオ" panose="020B0604030504040204" pitchFamily="50" charset="-128"/>
                <a:cs typeface="Meiryo"/>
                <a:sym typeface="Meiryo"/>
              </a:rPr>
              <a:t>・再挑戦、強化を選択すると、強化画面へ移動する。</a:t>
            </a:r>
            <a:endParaRPr lang="en-US" altLang="ja-JP" dirty="0">
              <a:solidFill>
                <a:schemeClr val="tx1"/>
              </a:solidFill>
              <a:latin typeface="メイリオ" panose="020B0604030504040204" pitchFamily="50" charset="-128"/>
              <a:ea typeface="メイリオ" panose="020B0604030504040204" pitchFamily="50" charset="-128"/>
              <a:cs typeface="Meiryo"/>
              <a:sym typeface="Meiryo"/>
            </a:endParaRPr>
          </a:p>
          <a:p>
            <a:pPr marL="0" lvl="0" indent="0" algn="l" rtl="0">
              <a:spcBef>
                <a:spcPts val="800"/>
              </a:spcBef>
              <a:spcAft>
                <a:spcPts val="0"/>
              </a:spcAft>
              <a:buNone/>
            </a:pPr>
            <a:r>
              <a:rPr lang="ja-JP" altLang="en-US" dirty="0">
                <a:solidFill>
                  <a:schemeClr val="tx1"/>
                </a:solidFill>
                <a:latin typeface="メイリオ" panose="020B0604030504040204" pitchFamily="50" charset="-128"/>
                <a:ea typeface="メイリオ" panose="020B0604030504040204" pitchFamily="50" charset="-128"/>
                <a:cs typeface="Meiryo"/>
                <a:sym typeface="Meiryo"/>
              </a:rPr>
              <a:t>・タイトルへ戻るを選択すると、タイトル画面へ移動する。</a:t>
            </a:r>
            <a:endParaRPr lang="en-US" altLang="ja-JP" dirty="0">
              <a:solidFill>
                <a:schemeClr val="tx1"/>
              </a:solidFill>
              <a:latin typeface="メイリオ" panose="020B0604030504040204" pitchFamily="50" charset="-128"/>
              <a:ea typeface="メイリオ" panose="020B0604030504040204" pitchFamily="50" charset="-128"/>
              <a:cs typeface="Meiryo"/>
              <a:sym typeface="Meiryo"/>
            </a:endParaRPr>
          </a:p>
        </p:txBody>
      </p:sp>
    </p:spTree>
    <p:extLst>
      <p:ext uri="{BB962C8B-B14F-4D97-AF65-F5344CB8AC3E}">
        <p14:creationId xmlns:p14="http://schemas.microsoft.com/office/powerpoint/2010/main" val="1914271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a:off x="484573" y="339550"/>
            <a:ext cx="2485200" cy="5727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Clr>
                <a:schemeClr val="dk2"/>
              </a:buClr>
              <a:buSzPts val="3200"/>
              <a:buFont typeface="Century Gothic"/>
              <a:buNone/>
            </a:pPr>
            <a:r>
              <a:rPr lang="ja-JP" altLang="en-US" dirty="0">
                <a:latin typeface="メイリオ" panose="020B0604030504040204" pitchFamily="50" charset="-128"/>
                <a:ea typeface="メイリオ" panose="020B0604030504040204" pitchFamily="50" charset="-128"/>
              </a:rPr>
              <a:t>・</a:t>
            </a:r>
            <a:r>
              <a:rPr lang="ja" dirty="0">
                <a:latin typeface="メイリオ" panose="020B0604030504040204" pitchFamily="50" charset="-128"/>
                <a:ea typeface="メイリオ" panose="020B0604030504040204" pitchFamily="50" charset="-128"/>
              </a:rPr>
              <a:t>操作</a:t>
            </a:r>
            <a:r>
              <a:rPr lang="ja-JP" altLang="en-US" dirty="0">
                <a:latin typeface="メイリオ" panose="020B0604030504040204" pitchFamily="50" charset="-128"/>
                <a:ea typeface="メイリオ" panose="020B0604030504040204" pitchFamily="50" charset="-128"/>
              </a:rPr>
              <a:t>方法①</a:t>
            </a:r>
            <a:endParaRPr dirty="0">
              <a:latin typeface="メイリオ" panose="020B0604030504040204" pitchFamily="50" charset="-128"/>
              <a:ea typeface="メイリオ" panose="020B0604030504040204" pitchFamily="50" charset="-128"/>
            </a:endParaRPr>
          </a:p>
        </p:txBody>
      </p:sp>
      <p:sp>
        <p:nvSpPr>
          <p:cNvPr id="90" name="Google Shape;90;p17"/>
          <p:cNvSpPr txBox="1">
            <a:spLocks noGrp="1"/>
          </p:cNvSpPr>
          <p:nvPr>
            <p:ph type="body" idx="1"/>
          </p:nvPr>
        </p:nvSpPr>
        <p:spPr>
          <a:xfrm>
            <a:off x="484574" y="1080200"/>
            <a:ext cx="8215673" cy="3723750"/>
          </a:xfrm>
          <a:prstGeom prst="rect">
            <a:avLst/>
          </a:prstGeom>
          <a:noFill/>
          <a:ln>
            <a:noFill/>
          </a:ln>
        </p:spPr>
        <p:txBody>
          <a:bodyPr spcFirstLastPara="1" wrap="square" lIns="68575" tIns="34275" rIns="68575" bIns="34275" anchor="t" anchorCtr="0">
            <a:normAutofit/>
          </a:bodyPr>
          <a:lstStyle/>
          <a:p>
            <a:pPr marL="0" lvl="0" indent="0" algn="l" rtl="0">
              <a:spcBef>
                <a:spcPts val="0"/>
              </a:spcBef>
              <a:spcAft>
                <a:spcPts val="0"/>
              </a:spcAft>
              <a:buSzPts val="1900"/>
              <a:buNone/>
            </a:pPr>
            <a:r>
              <a:rPr lang="ja-JP" altLang="en-US" dirty="0">
                <a:solidFill>
                  <a:schemeClr val="tx1"/>
                </a:solidFill>
                <a:latin typeface="メイリオ" panose="020B0604030504040204" pitchFamily="50" charset="-128"/>
                <a:ea typeface="メイリオ" panose="020B0604030504040204" pitchFamily="50" charset="-128"/>
                <a:cs typeface="Century Gothic"/>
                <a:sym typeface="Century Gothic"/>
              </a:rPr>
              <a:t>・</a:t>
            </a:r>
            <a:r>
              <a:rPr lang="ja" dirty="0">
                <a:solidFill>
                  <a:srgbClr val="9900FF"/>
                </a:solidFill>
                <a:latin typeface="メイリオ" panose="020B0604030504040204" pitchFamily="50" charset="-128"/>
                <a:ea typeface="メイリオ" panose="020B0604030504040204" pitchFamily="50" charset="-128"/>
                <a:cs typeface="Century Gothic"/>
                <a:sym typeface="Century Gothic"/>
              </a:rPr>
              <a:t>W</a:t>
            </a:r>
            <a:r>
              <a:rPr lang="ja-JP" altLang="en-US" dirty="0">
                <a:solidFill>
                  <a:srgbClr val="9900FF"/>
                </a:solidFill>
                <a:latin typeface="メイリオ" panose="020B0604030504040204" pitchFamily="50" charset="-128"/>
                <a:ea typeface="メイリオ" panose="020B0604030504040204" pitchFamily="50" charset="-128"/>
                <a:cs typeface="Century Gothic"/>
                <a:sym typeface="Century Gothic"/>
              </a:rPr>
              <a:t>キー</a:t>
            </a:r>
            <a:r>
              <a:rPr lang="ja-JP" altLang="en-US" dirty="0">
                <a:solidFill>
                  <a:schemeClr val="tx1"/>
                </a:solidFill>
                <a:latin typeface="メイリオ" panose="020B0604030504040204" pitchFamily="50" charset="-128"/>
                <a:ea typeface="メイリオ" panose="020B0604030504040204" pitchFamily="50" charset="-128"/>
                <a:cs typeface="Century Gothic"/>
                <a:sym typeface="Century Gothic"/>
              </a:rPr>
              <a:t>：プレイヤーを前方へ移動させる。</a:t>
            </a:r>
            <a:endParaRPr lang="en-US" altLang="ja-JP" dirty="0">
              <a:solidFill>
                <a:schemeClr val="tx1"/>
              </a:solidFill>
              <a:latin typeface="メイリオ" panose="020B0604030504040204" pitchFamily="50" charset="-128"/>
              <a:ea typeface="メイリオ" panose="020B0604030504040204" pitchFamily="50" charset="-128"/>
              <a:cs typeface="Century Gothic"/>
              <a:sym typeface="Century Gothic"/>
            </a:endParaRPr>
          </a:p>
          <a:p>
            <a:pPr marL="0" lvl="0" indent="0" algn="l" rtl="0">
              <a:spcBef>
                <a:spcPts val="0"/>
              </a:spcBef>
              <a:spcAft>
                <a:spcPts val="0"/>
              </a:spcAft>
              <a:buSzPts val="1900"/>
              <a:buNone/>
            </a:pPr>
            <a:r>
              <a:rPr lang="ja-JP" altLang="en-US" dirty="0">
                <a:solidFill>
                  <a:schemeClr val="tx1"/>
                </a:solidFill>
                <a:latin typeface="メイリオ" panose="020B0604030504040204" pitchFamily="50" charset="-128"/>
                <a:ea typeface="メイリオ" panose="020B0604030504040204" pitchFamily="50" charset="-128"/>
                <a:cs typeface="Century Gothic"/>
                <a:sym typeface="Century Gothic"/>
              </a:rPr>
              <a:t>・</a:t>
            </a:r>
            <a:r>
              <a:rPr lang="en-US" altLang="ja-JP" dirty="0">
                <a:solidFill>
                  <a:srgbClr val="9900FF"/>
                </a:solidFill>
                <a:latin typeface="メイリオ" panose="020B0604030504040204" pitchFamily="50" charset="-128"/>
                <a:ea typeface="メイリオ" panose="020B0604030504040204" pitchFamily="50" charset="-128"/>
                <a:cs typeface="Century Gothic"/>
                <a:sym typeface="Century Gothic"/>
              </a:rPr>
              <a:t>A</a:t>
            </a:r>
            <a:r>
              <a:rPr lang="ja-JP" altLang="en-US" dirty="0">
                <a:solidFill>
                  <a:srgbClr val="9900FF"/>
                </a:solidFill>
                <a:latin typeface="メイリオ" panose="020B0604030504040204" pitchFamily="50" charset="-128"/>
                <a:ea typeface="メイリオ" panose="020B0604030504040204" pitchFamily="50" charset="-128"/>
                <a:cs typeface="Century Gothic"/>
                <a:sym typeface="Century Gothic"/>
              </a:rPr>
              <a:t>キー</a:t>
            </a:r>
            <a:r>
              <a:rPr lang="ja-JP" altLang="en-US" dirty="0">
                <a:solidFill>
                  <a:schemeClr val="tx1"/>
                </a:solidFill>
                <a:latin typeface="メイリオ" panose="020B0604030504040204" pitchFamily="50" charset="-128"/>
                <a:ea typeface="メイリオ" panose="020B0604030504040204" pitchFamily="50" charset="-128"/>
                <a:cs typeface="Century Gothic"/>
                <a:sym typeface="Century Gothic"/>
              </a:rPr>
              <a:t>：プレイヤーを左方向へ移動させる。</a:t>
            </a:r>
            <a:endParaRPr lang="en-US" altLang="ja-JP" dirty="0">
              <a:solidFill>
                <a:schemeClr val="tx1"/>
              </a:solidFill>
              <a:latin typeface="メイリオ" panose="020B0604030504040204" pitchFamily="50" charset="-128"/>
              <a:ea typeface="メイリオ" panose="020B0604030504040204" pitchFamily="50" charset="-128"/>
              <a:cs typeface="Century Gothic"/>
              <a:sym typeface="Century Gothic"/>
            </a:endParaRPr>
          </a:p>
          <a:p>
            <a:pPr marL="0" lvl="0" indent="0" algn="l" rtl="0">
              <a:spcBef>
                <a:spcPts val="0"/>
              </a:spcBef>
              <a:spcAft>
                <a:spcPts val="0"/>
              </a:spcAft>
              <a:buSzPts val="1900"/>
              <a:buNone/>
            </a:pPr>
            <a:r>
              <a:rPr lang="ja-JP" altLang="en-US" dirty="0">
                <a:solidFill>
                  <a:schemeClr val="tx1"/>
                </a:solidFill>
                <a:latin typeface="メイリオ" panose="020B0604030504040204" pitchFamily="50" charset="-128"/>
                <a:ea typeface="メイリオ" panose="020B0604030504040204" pitchFamily="50" charset="-128"/>
                <a:cs typeface="Century Gothic"/>
                <a:sym typeface="Century Gothic"/>
              </a:rPr>
              <a:t>・</a:t>
            </a:r>
            <a:r>
              <a:rPr lang="en-US" altLang="ja-JP" dirty="0">
                <a:solidFill>
                  <a:srgbClr val="9900FF"/>
                </a:solidFill>
                <a:latin typeface="メイリオ" panose="020B0604030504040204" pitchFamily="50" charset="-128"/>
                <a:ea typeface="メイリオ" panose="020B0604030504040204" pitchFamily="50" charset="-128"/>
                <a:cs typeface="Century Gothic"/>
                <a:sym typeface="Century Gothic"/>
              </a:rPr>
              <a:t>S</a:t>
            </a:r>
            <a:r>
              <a:rPr lang="ja-JP" altLang="en-US" dirty="0">
                <a:solidFill>
                  <a:srgbClr val="9900FF"/>
                </a:solidFill>
                <a:latin typeface="メイリオ" panose="020B0604030504040204" pitchFamily="50" charset="-128"/>
                <a:ea typeface="メイリオ" panose="020B0604030504040204" pitchFamily="50" charset="-128"/>
                <a:cs typeface="Century Gothic"/>
                <a:sym typeface="Century Gothic"/>
              </a:rPr>
              <a:t>キー</a:t>
            </a:r>
            <a:r>
              <a:rPr lang="ja-JP" altLang="en-US" dirty="0">
                <a:solidFill>
                  <a:schemeClr val="tx1"/>
                </a:solidFill>
                <a:latin typeface="メイリオ" panose="020B0604030504040204" pitchFamily="50" charset="-128"/>
                <a:ea typeface="メイリオ" panose="020B0604030504040204" pitchFamily="50" charset="-128"/>
                <a:cs typeface="Century Gothic"/>
                <a:sym typeface="Century Gothic"/>
              </a:rPr>
              <a:t>：プレイヤーを後方へ移動させる。</a:t>
            </a:r>
            <a:endParaRPr lang="en-US" altLang="ja-JP" dirty="0">
              <a:solidFill>
                <a:schemeClr val="tx1"/>
              </a:solidFill>
              <a:latin typeface="メイリオ" panose="020B0604030504040204" pitchFamily="50" charset="-128"/>
              <a:ea typeface="メイリオ" panose="020B0604030504040204" pitchFamily="50" charset="-128"/>
              <a:cs typeface="Century Gothic"/>
              <a:sym typeface="Century Gothic"/>
            </a:endParaRPr>
          </a:p>
          <a:p>
            <a:pPr marL="0" lvl="0" indent="0" algn="l" rtl="0">
              <a:spcBef>
                <a:spcPts val="0"/>
              </a:spcBef>
              <a:spcAft>
                <a:spcPts val="0"/>
              </a:spcAft>
              <a:buSzPts val="1900"/>
              <a:buNone/>
            </a:pPr>
            <a:r>
              <a:rPr lang="ja-JP" altLang="en-US" dirty="0">
                <a:solidFill>
                  <a:schemeClr val="tx1"/>
                </a:solidFill>
                <a:latin typeface="メイリオ" panose="020B0604030504040204" pitchFamily="50" charset="-128"/>
                <a:ea typeface="メイリオ" panose="020B0604030504040204" pitchFamily="50" charset="-128"/>
                <a:cs typeface="Century Gothic"/>
                <a:sym typeface="Century Gothic"/>
              </a:rPr>
              <a:t>・</a:t>
            </a:r>
            <a:r>
              <a:rPr lang="en-US" altLang="ja-JP" dirty="0">
                <a:solidFill>
                  <a:srgbClr val="9900FF"/>
                </a:solidFill>
                <a:latin typeface="メイリオ" panose="020B0604030504040204" pitchFamily="50" charset="-128"/>
                <a:ea typeface="メイリオ" panose="020B0604030504040204" pitchFamily="50" charset="-128"/>
                <a:cs typeface="Century Gothic"/>
                <a:sym typeface="Century Gothic"/>
              </a:rPr>
              <a:t>D</a:t>
            </a:r>
            <a:r>
              <a:rPr lang="ja" dirty="0">
                <a:solidFill>
                  <a:srgbClr val="9900FF"/>
                </a:solidFill>
                <a:latin typeface="メイリオ" panose="020B0604030504040204" pitchFamily="50" charset="-128"/>
                <a:ea typeface="メイリオ" panose="020B0604030504040204" pitchFamily="50" charset="-128"/>
                <a:cs typeface="Century Gothic"/>
                <a:sym typeface="Century Gothic"/>
              </a:rPr>
              <a:t>キー</a:t>
            </a:r>
            <a:r>
              <a:rPr lang="ja" dirty="0">
                <a:solidFill>
                  <a:srgbClr val="000000"/>
                </a:solidFill>
                <a:latin typeface="メイリオ" panose="020B0604030504040204" pitchFamily="50" charset="-128"/>
                <a:ea typeface="メイリオ" panose="020B0604030504040204" pitchFamily="50" charset="-128"/>
                <a:cs typeface="Century Gothic"/>
                <a:sym typeface="Century Gothic"/>
              </a:rPr>
              <a:t>：</a:t>
            </a:r>
            <a:r>
              <a:rPr lang="ja-JP" altLang="en-US" dirty="0">
                <a:solidFill>
                  <a:srgbClr val="000000"/>
                </a:solidFill>
                <a:latin typeface="メイリオ" panose="020B0604030504040204" pitchFamily="50" charset="-128"/>
                <a:ea typeface="メイリオ" panose="020B0604030504040204" pitchFamily="50" charset="-128"/>
                <a:cs typeface="Century Gothic"/>
                <a:sym typeface="Century Gothic"/>
              </a:rPr>
              <a:t>プレイヤーを右方向へ移動させる。</a:t>
            </a:r>
            <a:endParaRPr lang="en-US" altLang="ja-JP" dirty="0">
              <a:solidFill>
                <a:srgbClr val="000000"/>
              </a:solidFill>
              <a:latin typeface="メイリオ" panose="020B0604030504040204" pitchFamily="50" charset="-128"/>
              <a:ea typeface="メイリオ" panose="020B0604030504040204" pitchFamily="50" charset="-128"/>
              <a:cs typeface="Century Gothic"/>
              <a:sym typeface="Century Gothic"/>
            </a:endParaRPr>
          </a:p>
          <a:p>
            <a:pPr marL="0" indent="0">
              <a:spcBef>
                <a:spcPts val="0"/>
              </a:spcBef>
              <a:buSzPts val="1900"/>
              <a:buNone/>
            </a:pPr>
            <a:r>
              <a:rPr lang="ja-JP" altLang="en-US" dirty="0">
                <a:solidFill>
                  <a:schemeClr val="tx1"/>
                </a:solidFill>
                <a:latin typeface="メイリオ" panose="020B0604030504040204" pitchFamily="50" charset="-128"/>
                <a:ea typeface="メイリオ" panose="020B0604030504040204" pitchFamily="50" charset="-128"/>
                <a:cs typeface="Century Gothic"/>
                <a:sym typeface="Century Gothic"/>
              </a:rPr>
              <a:t>・</a:t>
            </a:r>
            <a:r>
              <a:rPr lang="ja-JP" altLang="en-US" dirty="0">
                <a:solidFill>
                  <a:srgbClr val="9900FF"/>
                </a:solidFill>
                <a:latin typeface="メイリオ" panose="020B0604030504040204" pitchFamily="50" charset="-128"/>
                <a:ea typeface="メイリオ" panose="020B0604030504040204" pitchFamily="50" charset="-128"/>
                <a:cs typeface="Century Gothic"/>
                <a:sym typeface="Century Gothic"/>
              </a:rPr>
              <a:t>マウス</a:t>
            </a:r>
            <a:r>
              <a:rPr lang="ja-JP" altLang="en-US" dirty="0">
                <a:solidFill>
                  <a:schemeClr val="tx1"/>
                </a:solidFill>
                <a:latin typeface="メイリオ" panose="020B0604030504040204" pitchFamily="50" charset="-128"/>
                <a:ea typeface="メイリオ" panose="020B0604030504040204" pitchFamily="50" charset="-128"/>
                <a:cs typeface="Century Gothic"/>
                <a:sym typeface="Century Gothic"/>
              </a:rPr>
              <a:t>：カメラの視点を操作する。</a:t>
            </a:r>
            <a:endParaRPr lang="en-US" altLang="ja-JP" dirty="0">
              <a:solidFill>
                <a:schemeClr val="tx1"/>
              </a:solidFill>
              <a:latin typeface="メイリオ" panose="020B0604030504040204" pitchFamily="50" charset="-128"/>
              <a:ea typeface="メイリオ" panose="020B0604030504040204" pitchFamily="50" charset="-128"/>
              <a:cs typeface="Century Gothic"/>
              <a:sym typeface="Century Gothic"/>
            </a:endParaRPr>
          </a:p>
          <a:p>
            <a:pPr marL="0" indent="0">
              <a:spcBef>
                <a:spcPts val="0"/>
              </a:spcBef>
              <a:buSzPts val="1900"/>
              <a:buNone/>
            </a:pPr>
            <a:r>
              <a:rPr lang="ja-JP" altLang="en-US" dirty="0">
                <a:solidFill>
                  <a:schemeClr val="tx1"/>
                </a:solidFill>
                <a:latin typeface="メイリオ" panose="020B0604030504040204" pitchFamily="50" charset="-128"/>
                <a:ea typeface="メイリオ" panose="020B0604030504040204" pitchFamily="50" charset="-128"/>
                <a:cs typeface="Century Gothic"/>
                <a:sym typeface="Century Gothic"/>
              </a:rPr>
              <a:t>・</a:t>
            </a:r>
            <a:r>
              <a:rPr lang="ja-JP" altLang="en-US" dirty="0">
                <a:solidFill>
                  <a:srgbClr val="9900FF"/>
                </a:solidFill>
                <a:latin typeface="メイリオ" panose="020B0604030504040204" pitchFamily="50" charset="-128"/>
                <a:ea typeface="メイリオ" panose="020B0604030504040204" pitchFamily="50" charset="-128"/>
                <a:cs typeface="Century Gothic"/>
                <a:sym typeface="Century Gothic"/>
              </a:rPr>
              <a:t>左クリック</a:t>
            </a:r>
            <a:r>
              <a:rPr lang="ja-JP" altLang="en-US" dirty="0">
                <a:solidFill>
                  <a:schemeClr val="tx1"/>
                </a:solidFill>
                <a:latin typeface="メイリオ" panose="020B0604030504040204" pitchFamily="50" charset="-128"/>
                <a:ea typeface="メイリオ" panose="020B0604030504040204" pitchFamily="50" charset="-128"/>
                <a:cs typeface="Century Gothic"/>
                <a:sym typeface="Century Gothic"/>
              </a:rPr>
              <a:t>：情報ウィンドウ右上の「</a:t>
            </a:r>
            <a:r>
              <a:rPr lang="en-US" altLang="ja-JP" dirty="0">
                <a:solidFill>
                  <a:schemeClr val="tx1"/>
                </a:solidFill>
                <a:latin typeface="メイリオ" panose="020B0604030504040204" pitchFamily="50" charset="-128"/>
                <a:ea typeface="メイリオ" panose="020B0604030504040204" pitchFamily="50" charset="-128"/>
                <a:cs typeface="Century Gothic"/>
                <a:sym typeface="Century Gothic"/>
              </a:rPr>
              <a:t>×</a:t>
            </a:r>
            <a:r>
              <a:rPr lang="ja-JP" altLang="en-US" dirty="0">
                <a:solidFill>
                  <a:schemeClr val="tx1"/>
                </a:solidFill>
                <a:latin typeface="メイリオ" panose="020B0604030504040204" pitchFamily="50" charset="-128"/>
                <a:ea typeface="メイリオ" panose="020B0604030504040204" pitchFamily="50" charset="-128"/>
                <a:cs typeface="Century Gothic"/>
                <a:sym typeface="Century Gothic"/>
              </a:rPr>
              <a:t>」ボタンをクリックして、表示中の情報を削除する。</a:t>
            </a:r>
            <a:endParaRPr lang="en-US" altLang="ja-JP" dirty="0">
              <a:solidFill>
                <a:schemeClr val="tx1"/>
              </a:solidFill>
              <a:latin typeface="メイリオ" panose="020B0604030504040204" pitchFamily="50" charset="-128"/>
              <a:ea typeface="メイリオ" panose="020B0604030504040204" pitchFamily="50" charset="-128"/>
              <a:cs typeface="Century Gothic"/>
              <a:sym typeface="Century Gothic"/>
            </a:endParaRPr>
          </a:p>
          <a:p>
            <a:pPr marL="0" indent="0">
              <a:spcBef>
                <a:spcPts val="0"/>
              </a:spcBef>
              <a:buSzPts val="1900"/>
              <a:buNone/>
            </a:pPr>
            <a:r>
              <a:rPr lang="ja-JP" altLang="en-US" dirty="0">
                <a:solidFill>
                  <a:schemeClr val="tx1"/>
                </a:solidFill>
                <a:latin typeface="メイリオ" panose="020B0604030504040204" pitchFamily="50" charset="-128"/>
                <a:ea typeface="メイリオ" panose="020B0604030504040204" pitchFamily="50" charset="-128"/>
                <a:cs typeface="Century Gothic"/>
                <a:sym typeface="Century Gothic"/>
              </a:rPr>
              <a:t>・</a:t>
            </a:r>
            <a:r>
              <a:rPr lang="en-US" altLang="ja-JP" dirty="0">
                <a:solidFill>
                  <a:srgbClr val="9900FF"/>
                </a:solidFill>
                <a:latin typeface="メイリオ" panose="020B0604030504040204" pitchFamily="50" charset="-128"/>
                <a:ea typeface="メイリオ" panose="020B0604030504040204" pitchFamily="50" charset="-128"/>
                <a:cs typeface="Century Gothic"/>
                <a:sym typeface="Century Gothic"/>
              </a:rPr>
              <a:t>Space</a:t>
            </a:r>
            <a:r>
              <a:rPr lang="ja-JP" altLang="en-US" dirty="0">
                <a:solidFill>
                  <a:srgbClr val="9900FF"/>
                </a:solidFill>
                <a:latin typeface="メイリオ" panose="020B0604030504040204" pitchFamily="50" charset="-128"/>
                <a:ea typeface="メイリオ" panose="020B0604030504040204" pitchFamily="50" charset="-128"/>
                <a:cs typeface="Century Gothic"/>
                <a:sym typeface="Century Gothic"/>
              </a:rPr>
              <a:t>キー</a:t>
            </a:r>
            <a:r>
              <a:rPr lang="ja-JP" altLang="en-US" dirty="0">
                <a:solidFill>
                  <a:schemeClr val="tx1"/>
                </a:solidFill>
                <a:latin typeface="メイリオ" panose="020B0604030504040204" pitchFamily="50" charset="-128"/>
                <a:ea typeface="メイリオ" panose="020B0604030504040204" pitchFamily="50" charset="-128"/>
                <a:cs typeface="Century Gothic"/>
                <a:sym typeface="Century Gothic"/>
              </a:rPr>
              <a:t>：表示中の情報を残すと判断し、情報ウィンドウを閉じる</a:t>
            </a:r>
            <a:endParaRPr lang="en-US" altLang="ja" dirty="0">
              <a:solidFill>
                <a:srgbClr val="000000"/>
              </a:solidFill>
              <a:latin typeface="メイリオ" panose="020B0604030504040204" pitchFamily="50" charset="-128"/>
              <a:ea typeface="メイリオ" panose="020B0604030504040204" pitchFamily="50" charset="-128"/>
              <a:cs typeface="Century Gothic"/>
              <a:sym typeface="Century Gothic"/>
            </a:endParaRPr>
          </a:p>
          <a:p>
            <a:pPr marL="0" indent="0">
              <a:spcBef>
                <a:spcPts val="0"/>
              </a:spcBef>
              <a:buSzPts val="1900"/>
              <a:buNone/>
            </a:pPr>
            <a:r>
              <a:rPr lang="ja-JP" altLang="en-US" dirty="0">
                <a:solidFill>
                  <a:schemeClr val="tx1"/>
                </a:solidFill>
                <a:latin typeface="メイリオ" panose="020B0604030504040204" pitchFamily="50" charset="-128"/>
                <a:ea typeface="メイリオ" panose="020B0604030504040204" pitchFamily="50" charset="-128"/>
                <a:cs typeface="Century Gothic"/>
                <a:sym typeface="Century Gothic"/>
              </a:rPr>
              <a:t>・</a:t>
            </a:r>
            <a:r>
              <a:rPr lang="en-US" altLang="ja-JP" dirty="0">
                <a:solidFill>
                  <a:srgbClr val="9900FF"/>
                </a:solidFill>
                <a:latin typeface="メイリオ" panose="020B0604030504040204" pitchFamily="50" charset="-128"/>
                <a:ea typeface="メイリオ" panose="020B0604030504040204" pitchFamily="50" charset="-128"/>
                <a:cs typeface="Century Gothic"/>
                <a:sym typeface="Century Gothic"/>
              </a:rPr>
              <a:t>Esc</a:t>
            </a:r>
            <a:r>
              <a:rPr lang="ja-JP" altLang="en-US" dirty="0">
                <a:solidFill>
                  <a:srgbClr val="9900FF"/>
                </a:solidFill>
                <a:latin typeface="メイリオ" panose="020B0604030504040204" pitchFamily="50" charset="-128"/>
                <a:ea typeface="メイリオ" panose="020B0604030504040204" pitchFamily="50" charset="-128"/>
                <a:cs typeface="Century Gothic"/>
                <a:sym typeface="Century Gothic"/>
              </a:rPr>
              <a:t>キー</a:t>
            </a:r>
            <a:r>
              <a:rPr lang="ja-JP" altLang="en-US" dirty="0">
                <a:solidFill>
                  <a:schemeClr val="tx1"/>
                </a:solidFill>
                <a:latin typeface="メイリオ" panose="020B0604030504040204" pitchFamily="50" charset="-128"/>
                <a:ea typeface="メイリオ" panose="020B0604030504040204" pitchFamily="50" charset="-128"/>
                <a:cs typeface="Century Gothic"/>
                <a:sym typeface="Century Gothic"/>
              </a:rPr>
              <a:t>：ゲームを一時停止し、ポーズ画面の表示する。</a:t>
            </a:r>
            <a:endParaRPr lang="en-US" altLang="ja-JP" dirty="0">
              <a:solidFill>
                <a:schemeClr val="tx1"/>
              </a:solidFill>
              <a:latin typeface="メイリオ" panose="020B0604030504040204" pitchFamily="50" charset="-128"/>
              <a:ea typeface="メイリオ" panose="020B0604030504040204" pitchFamily="50" charset="-128"/>
              <a:cs typeface="Century Gothic"/>
              <a:sym typeface="Century Gothic"/>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a:off x="484572" y="339550"/>
            <a:ext cx="8074212" cy="572700"/>
          </a:xfrm>
          <a:prstGeom prst="rect">
            <a:avLst/>
          </a:prstGeom>
          <a:noFill/>
          <a:ln>
            <a:noFill/>
          </a:ln>
        </p:spPr>
        <p:txBody>
          <a:bodyPr spcFirstLastPara="1" wrap="square" lIns="68575" tIns="34275" rIns="68575" bIns="34275" anchor="t" anchorCtr="0">
            <a:noAutofit/>
          </a:bodyPr>
          <a:lstStyle/>
          <a:p>
            <a:pPr>
              <a:buSzPts val="3200"/>
            </a:pPr>
            <a:r>
              <a:rPr lang="ja-JP" altLang="en-US" dirty="0">
                <a:latin typeface="メイリオ" panose="020B0604030504040204" pitchFamily="50" charset="-128"/>
                <a:ea typeface="メイリオ" panose="020B0604030504040204" pitchFamily="50" charset="-128"/>
              </a:rPr>
              <a:t>・</a:t>
            </a:r>
            <a:r>
              <a:rPr lang="ja" dirty="0">
                <a:latin typeface="メイリオ" panose="020B0604030504040204" pitchFamily="50" charset="-128"/>
                <a:ea typeface="メイリオ" panose="020B0604030504040204" pitchFamily="50" charset="-128"/>
              </a:rPr>
              <a:t>操作</a:t>
            </a:r>
            <a:r>
              <a:rPr lang="ja-JP" altLang="en-US" dirty="0">
                <a:latin typeface="メイリオ" panose="020B0604030504040204" pitchFamily="50" charset="-128"/>
                <a:ea typeface="メイリオ" panose="020B0604030504040204" pitchFamily="50" charset="-128"/>
              </a:rPr>
              <a:t>方法②（操作に関する補足仕様）</a:t>
            </a:r>
            <a:endParaRPr dirty="0">
              <a:latin typeface="メイリオ" panose="020B0604030504040204" pitchFamily="50" charset="-128"/>
              <a:ea typeface="メイリオ" panose="020B0604030504040204" pitchFamily="50" charset="-128"/>
            </a:endParaRPr>
          </a:p>
        </p:txBody>
      </p:sp>
      <p:sp>
        <p:nvSpPr>
          <p:cNvPr id="90" name="Google Shape;90;p17"/>
          <p:cNvSpPr txBox="1">
            <a:spLocks noGrp="1"/>
          </p:cNvSpPr>
          <p:nvPr>
            <p:ph type="body" idx="1"/>
          </p:nvPr>
        </p:nvSpPr>
        <p:spPr>
          <a:xfrm>
            <a:off x="242287" y="912250"/>
            <a:ext cx="8659426" cy="4063300"/>
          </a:xfrm>
          <a:prstGeom prst="rect">
            <a:avLst/>
          </a:prstGeom>
          <a:noFill/>
          <a:ln>
            <a:noFill/>
          </a:ln>
        </p:spPr>
        <p:txBody>
          <a:bodyPr spcFirstLastPara="1" wrap="square" lIns="68575" tIns="34275" rIns="68575" bIns="34275" anchor="t" anchorCtr="0">
            <a:noAutofit/>
          </a:bodyPr>
          <a:lstStyle/>
          <a:p>
            <a:pPr marL="158750" indent="0">
              <a:buNone/>
            </a:pPr>
            <a:r>
              <a:rPr lang="ja-JP" altLang="en-US" dirty="0">
                <a:latin typeface="メイリオ" panose="020B0604030504040204" pitchFamily="50" charset="-128"/>
                <a:ea typeface="メイリオ" panose="020B0604030504040204" pitchFamily="50" charset="-128"/>
              </a:rPr>
              <a:t>・プレイヤーが情報オブジェクトの一定範囲内に入ると、自動的に情報の読み込みを開始する。</a:t>
            </a:r>
          </a:p>
          <a:p>
            <a:pPr marL="158750" indent="0">
              <a:buNone/>
            </a:pPr>
            <a:r>
              <a:rPr lang="ja-JP" altLang="en-US" dirty="0">
                <a:latin typeface="メイリオ" panose="020B0604030504040204" pitchFamily="50" charset="-128"/>
                <a:ea typeface="メイリオ" panose="020B0604030504040204" pitchFamily="50" charset="-128"/>
              </a:rPr>
              <a:t>・情報の読み込み中および情報ウィンドウの表示中は、プレイヤーの移動を無効にする。</a:t>
            </a:r>
          </a:p>
          <a:p>
            <a:pPr marL="158750" indent="0">
              <a:buNone/>
            </a:pPr>
            <a:r>
              <a:rPr lang="ja-JP" altLang="en-US" dirty="0">
                <a:latin typeface="メイリオ" panose="020B0604030504040204" pitchFamily="50" charset="-128"/>
                <a:ea typeface="メイリオ" panose="020B0604030504040204" pitchFamily="50" charset="-128"/>
              </a:rPr>
              <a:t>・情報ウィンドウの表示中は、カメラの視点操作を無効にし、マウスカーソルを表示する。</a:t>
            </a:r>
          </a:p>
          <a:p>
            <a:pPr marL="158750" indent="0">
              <a:buNone/>
            </a:pPr>
            <a:r>
              <a:rPr lang="ja-JP" altLang="en-US" dirty="0">
                <a:latin typeface="メイリオ" panose="020B0604030504040204" pitchFamily="50" charset="-128"/>
                <a:ea typeface="メイリオ" panose="020B0604030504040204" pitchFamily="50" charset="-128"/>
              </a:rPr>
              <a:t>・情報ウィンドウを閉じた後は、マウスカーソルを非表示にして視点操作を再開する。</a:t>
            </a:r>
          </a:p>
          <a:p>
            <a:pPr marL="158750" indent="0">
              <a:buNone/>
            </a:pPr>
            <a:r>
              <a:rPr lang="ja-JP" altLang="en-US" dirty="0">
                <a:latin typeface="メイリオ" panose="020B0604030504040204" pitchFamily="50" charset="-128"/>
                <a:ea typeface="メイリオ" panose="020B0604030504040204" pitchFamily="50" charset="-128"/>
              </a:rPr>
              <a:t>・ゲーム画面で</a:t>
            </a:r>
            <a:r>
              <a:rPr lang="en-US" altLang="ja-JP" dirty="0">
                <a:latin typeface="メイリオ" panose="020B0604030504040204" pitchFamily="50" charset="-128"/>
                <a:ea typeface="メイリオ" panose="020B0604030504040204" pitchFamily="50" charset="-128"/>
              </a:rPr>
              <a:t>Esc</a:t>
            </a:r>
            <a:r>
              <a:rPr lang="ja-JP" altLang="en-US" dirty="0">
                <a:latin typeface="メイリオ" panose="020B0604030504040204" pitchFamily="50" charset="-128"/>
                <a:ea typeface="メイリオ" panose="020B0604030504040204" pitchFamily="50" charset="-128"/>
              </a:rPr>
              <a:t>キーを押すとポーズ画面を表示する。ポーズ中はゲームの進行と制限時間を停止する。</a:t>
            </a:r>
          </a:p>
          <a:p>
            <a:pPr marL="158750" indent="0">
              <a:buNone/>
            </a:pPr>
            <a:r>
              <a:rPr lang="ja-JP" altLang="en-US" dirty="0">
                <a:latin typeface="メイリオ" panose="020B0604030504040204" pitchFamily="50" charset="-128"/>
                <a:ea typeface="メイリオ" panose="020B0604030504040204" pitchFamily="50" charset="-128"/>
              </a:rPr>
              <a:t>・情報の削除や判定の結果に応じて、スコアを加算または減算する。</a:t>
            </a:r>
          </a:p>
        </p:txBody>
      </p:sp>
    </p:spTree>
    <p:extLst>
      <p:ext uri="{BB962C8B-B14F-4D97-AF65-F5344CB8AC3E}">
        <p14:creationId xmlns:p14="http://schemas.microsoft.com/office/powerpoint/2010/main" val="15968285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3"/>
          <p:cNvSpPr txBox="1">
            <a:spLocks noGrp="1"/>
          </p:cNvSpPr>
          <p:nvPr>
            <p:ph type="title"/>
          </p:nvPr>
        </p:nvSpPr>
        <p:spPr>
          <a:xfrm>
            <a:off x="484566" y="339550"/>
            <a:ext cx="6787500" cy="637500"/>
          </a:xfrm>
          <a:prstGeom prst="rect">
            <a:avLst/>
          </a:prstGeom>
        </p:spPr>
        <p:txBody>
          <a:bodyPr spcFirstLastPara="1" wrap="square" lIns="68575" tIns="34275" rIns="68575" bIns="34275" anchor="t" anchorCtr="0">
            <a:noAutofit/>
          </a:bodyPr>
          <a:lstStyle/>
          <a:p>
            <a:pPr marL="0" lvl="0" indent="0" algn="l" rtl="0">
              <a:spcBef>
                <a:spcPts val="0"/>
              </a:spcBef>
              <a:spcAft>
                <a:spcPts val="0"/>
              </a:spcAft>
              <a:buNone/>
            </a:pPr>
            <a:r>
              <a:rPr lang="ja" dirty="0">
                <a:latin typeface="Meiryo"/>
                <a:ea typeface="Meiryo"/>
                <a:cs typeface="Meiryo"/>
                <a:sym typeface="Meiryo"/>
              </a:rPr>
              <a:t>・</a:t>
            </a:r>
            <a:r>
              <a:rPr lang="ja-JP" altLang="en-US" dirty="0">
                <a:latin typeface="Meiryo"/>
                <a:ea typeface="Meiryo"/>
                <a:cs typeface="Meiryo"/>
                <a:sym typeface="Meiryo"/>
              </a:rPr>
              <a:t>ゲーム進行、ゲームルール①</a:t>
            </a:r>
            <a:endParaRPr dirty="0">
              <a:latin typeface="Meiryo"/>
              <a:ea typeface="Meiryo"/>
              <a:cs typeface="Meiryo"/>
              <a:sym typeface="Meiryo"/>
            </a:endParaRPr>
          </a:p>
        </p:txBody>
      </p:sp>
      <p:sp>
        <p:nvSpPr>
          <p:cNvPr id="132" name="Google Shape;132;p23"/>
          <p:cNvSpPr txBox="1">
            <a:spLocks noGrp="1"/>
          </p:cNvSpPr>
          <p:nvPr>
            <p:ph type="body" idx="1"/>
          </p:nvPr>
        </p:nvSpPr>
        <p:spPr>
          <a:xfrm>
            <a:off x="484566" y="977050"/>
            <a:ext cx="5405034" cy="4166450"/>
          </a:xfrm>
          <a:prstGeom prst="rect">
            <a:avLst/>
          </a:prstGeom>
        </p:spPr>
        <p:txBody>
          <a:bodyPr spcFirstLastPara="1" wrap="square" lIns="68575" tIns="34275" rIns="68575" bIns="34275" anchor="t" anchorCtr="0">
            <a:noAutofit/>
          </a:bodyPr>
          <a:lstStyle/>
          <a:p>
            <a:pPr marL="158750" indent="0">
              <a:buNone/>
            </a:pPr>
            <a:r>
              <a:rPr lang="en-US" altLang="ja-JP" b="1" dirty="0">
                <a:latin typeface="メイリオ" panose="020B0604030504040204" pitchFamily="50" charset="-128"/>
                <a:ea typeface="メイリオ" panose="020B0604030504040204" pitchFamily="50" charset="-128"/>
              </a:rPr>
              <a:t>1. </a:t>
            </a:r>
            <a:r>
              <a:rPr lang="ja-JP" altLang="en-US" b="1" dirty="0">
                <a:latin typeface="メイリオ" panose="020B0604030504040204" pitchFamily="50" charset="-128"/>
                <a:ea typeface="メイリオ" panose="020B0604030504040204" pitchFamily="50" charset="-128"/>
              </a:rPr>
              <a:t>ゲームの基本進行</a:t>
            </a:r>
          </a:p>
          <a:p>
            <a:pPr marL="158750" indent="0">
              <a:buNone/>
            </a:pPr>
            <a:r>
              <a:rPr lang="ja-JP" altLang="en-US" dirty="0">
                <a:latin typeface="メイリオ" panose="020B0604030504040204" pitchFamily="50" charset="-128"/>
                <a:ea typeface="メイリオ" panose="020B0604030504040204" pitchFamily="50" charset="-128"/>
              </a:rPr>
              <a:t>・プレイヤーは</a:t>
            </a:r>
            <a:r>
              <a:rPr lang="en-US" altLang="ja-JP" dirty="0">
                <a:latin typeface="メイリオ" panose="020B0604030504040204" pitchFamily="50" charset="-128"/>
                <a:ea typeface="メイリオ" panose="020B0604030504040204" pitchFamily="50" charset="-128"/>
              </a:rPr>
              <a:t>3D</a:t>
            </a:r>
            <a:r>
              <a:rPr lang="ja-JP" altLang="en-US" dirty="0">
                <a:latin typeface="メイリオ" panose="020B0604030504040204" pitchFamily="50" charset="-128"/>
                <a:ea typeface="メイリオ" panose="020B0604030504040204" pitchFamily="50" charset="-128"/>
              </a:rPr>
              <a:t>空間内を移動し、配置された情報オブジェクトを探す。情報オブジェクトの一定範囲内に入ると、自動的に情報の読み込みを開始する。</a:t>
            </a:r>
          </a:p>
          <a:p>
            <a:pPr marL="158750" indent="0">
              <a:buNone/>
            </a:pPr>
            <a:r>
              <a:rPr lang="ja-JP" altLang="en-US" dirty="0">
                <a:latin typeface="メイリオ" panose="020B0604030504040204" pitchFamily="50" charset="-128"/>
                <a:ea typeface="メイリオ" panose="020B0604030504040204" pitchFamily="50" charset="-128"/>
              </a:rPr>
              <a:t>・読み込みが完了すると情報ウィンドウが表示され、プレイヤーは表示された情報を確認して真偽を判定する。判定後は結果を短時間表示し、情報ウィンドウを自動的に閉じる。その後、プレイヤーは再び移動して次の情報を探す。</a:t>
            </a:r>
            <a:endParaRPr lang="en-US" altLang="ja-JP" dirty="0">
              <a:latin typeface="メイリオ" panose="020B0604030504040204" pitchFamily="50" charset="-128"/>
              <a:ea typeface="メイリオ" panose="020B0604030504040204" pitchFamily="50" charset="-128"/>
            </a:endParaRPr>
          </a:p>
          <a:p>
            <a:pPr marL="158750" indent="0">
              <a:buNone/>
            </a:pPr>
            <a:r>
              <a:rPr lang="ja-JP" altLang="en-US" dirty="0">
                <a:latin typeface="メイリオ" panose="020B0604030504040204" pitchFamily="50" charset="-128"/>
                <a:ea typeface="メイリオ" panose="020B0604030504040204" pitchFamily="50" charset="-128"/>
              </a:rPr>
              <a:t>・制限時間が</a:t>
            </a:r>
            <a:r>
              <a:rPr lang="en-US" altLang="ja-JP" dirty="0">
                <a:latin typeface="メイリオ" panose="020B0604030504040204" pitchFamily="50" charset="-128"/>
                <a:ea typeface="メイリオ" panose="020B0604030504040204" pitchFamily="50" charset="-128"/>
              </a:rPr>
              <a:t>0</a:t>
            </a:r>
            <a:r>
              <a:rPr lang="ja-JP" altLang="en-US" dirty="0">
                <a:latin typeface="メイリオ" panose="020B0604030504040204" pitchFamily="50" charset="-128"/>
                <a:ea typeface="メイリオ" panose="020B0604030504040204" pitchFamily="50" charset="-128"/>
              </a:rPr>
              <a:t>になるとゲームを終了し、リザルト画面へ移動する。</a:t>
            </a:r>
            <a:endParaRPr lang="en-US" altLang="ja-JP" dirty="0">
              <a:latin typeface="メイリオ" panose="020B0604030504040204" pitchFamily="50" charset="-128"/>
              <a:ea typeface="メイリオ" panose="020B0604030504040204" pitchFamily="50" charset="-128"/>
            </a:endParaRPr>
          </a:p>
          <a:p>
            <a:pPr marL="158750" indent="0">
              <a:buNone/>
            </a:pPr>
            <a:endParaRPr lang="ja-JP" altLang="en-US" b="1" dirty="0">
              <a:latin typeface="メイリオ" panose="020B0604030504040204" pitchFamily="50" charset="-128"/>
              <a:ea typeface="メイリオ" panose="020B0604030504040204" pitchFamily="50" charset="-128"/>
            </a:endParaRPr>
          </a:p>
        </p:txBody>
      </p:sp>
      <p:pic>
        <p:nvPicPr>
          <p:cNvPr id="6" name="図 5">
            <a:extLst>
              <a:ext uri="{FF2B5EF4-FFF2-40B4-BE49-F238E27FC236}">
                <a16:creationId xmlns:a16="http://schemas.microsoft.com/office/drawing/2014/main" id="{3AD423A4-E3AA-40F1-AF07-4562800E0672}"/>
              </a:ext>
            </a:extLst>
          </p:cNvPr>
          <p:cNvPicPr>
            <a:picLocks noChangeAspect="1"/>
          </p:cNvPicPr>
          <p:nvPr/>
        </p:nvPicPr>
        <p:blipFill>
          <a:blip r:embed="rId3"/>
          <a:stretch>
            <a:fillRect/>
          </a:stretch>
        </p:blipFill>
        <p:spPr>
          <a:xfrm>
            <a:off x="5889600" y="0"/>
            <a:ext cx="3254400" cy="5143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3"/>
          <p:cNvSpPr txBox="1">
            <a:spLocks noGrp="1"/>
          </p:cNvSpPr>
          <p:nvPr>
            <p:ph type="title"/>
          </p:nvPr>
        </p:nvSpPr>
        <p:spPr>
          <a:xfrm>
            <a:off x="484566" y="339550"/>
            <a:ext cx="6787500" cy="637500"/>
          </a:xfrm>
          <a:prstGeom prst="rect">
            <a:avLst/>
          </a:prstGeom>
        </p:spPr>
        <p:txBody>
          <a:bodyPr spcFirstLastPara="1" wrap="square" lIns="68575" tIns="34275" rIns="68575" bIns="34275" anchor="t" anchorCtr="0">
            <a:noAutofit/>
          </a:bodyPr>
          <a:lstStyle/>
          <a:p>
            <a:pPr marL="0" lvl="0" indent="0" algn="l" rtl="0">
              <a:spcBef>
                <a:spcPts val="0"/>
              </a:spcBef>
              <a:spcAft>
                <a:spcPts val="0"/>
              </a:spcAft>
              <a:buNone/>
            </a:pPr>
            <a:r>
              <a:rPr lang="ja" dirty="0">
                <a:latin typeface="Meiryo"/>
                <a:ea typeface="Meiryo"/>
                <a:cs typeface="Meiryo"/>
                <a:sym typeface="Meiryo"/>
              </a:rPr>
              <a:t>・</a:t>
            </a:r>
            <a:r>
              <a:rPr lang="ja-JP" altLang="en-US" dirty="0">
                <a:latin typeface="Meiryo"/>
                <a:ea typeface="Meiryo"/>
                <a:cs typeface="Meiryo"/>
                <a:sym typeface="Meiryo"/>
              </a:rPr>
              <a:t>ゲーム進行、ゲームルール②</a:t>
            </a:r>
            <a:endParaRPr dirty="0">
              <a:latin typeface="Meiryo"/>
              <a:ea typeface="Meiryo"/>
              <a:cs typeface="Meiryo"/>
              <a:sym typeface="Meiryo"/>
            </a:endParaRPr>
          </a:p>
        </p:txBody>
      </p:sp>
      <p:sp>
        <p:nvSpPr>
          <p:cNvPr id="132" name="Google Shape;132;p23"/>
          <p:cNvSpPr txBox="1">
            <a:spLocks noGrp="1"/>
          </p:cNvSpPr>
          <p:nvPr>
            <p:ph type="body" idx="1"/>
          </p:nvPr>
        </p:nvSpPr>
        <p:spPr>
          <a:xfrm>
            <a:off x="484566" y="977050"/>
            <a:ext cx="8439978" cy="3936294"/>
          </a:xfrm>
          <a:prstGeom prst="rect">
            <a:avLst/>
          </a:prstGeom>
        </p:spPr>
        <p:txBody>
          <a:bodyPr spcFirstLastPara="1" wrap="square" lIns="68575" tIns="34275" rIns="68575" bIns="34275" anchor="t" anchorCtr="0">
            <a:noAutofit/>
          </a:bodyPr>
          <a:lstStyle/>
          <a:p>
            <a:pPr marL="158750" indent="0">
              <a:buNone/>
            </a:pPr>
            <a:r>
              <a:rPr lang="en-US" altLang="ja-JP" b="1" dirty="0">
                <a:latin typeface="メイリオ" panose="020B0604030504040204" pitchFamily="50" charset="-128"/>
                <a:ea typeface="メイリオ" panose="020B0604030504040204" pitchFamily="50" charset="-128"/>
              </a:rPr>
              <a:t>2. </a:t>
            </a:r>
            <a:r>
              <a:rPr lang="ja-JP" altLang="en-US" b="1" dirty="0">
                <a:latin typeface="メイリオ" panose="020B0604030504040204" pitchFamily="50" charset="-128"/>
                <a:ea typeface="メイリオ" panose="020B0604030504040204" pitchFamily="50" charset="-128"/>
              </a:rPr>
              <a:t>情報の読み込み</a:t>
            </a:r>
          </a:p>
          <a:p>
            <a:pPr marL="158750" indent="0">
              <a:buNone/>
            </a:pPr>
            <a:r>
              <a:rPr lang="ja-JP" altLang="en-US" dirty="0">
                <a:latin typeface="メイリオ" panose="020B0604030504040204" pitchFamily="50" charset="-128"/>
                <a:ea typeface="メイリオ" panose="020B0604030504040204" pitchFamily="50" charset="-128"/>
              </a:rPr>
              <a:t>・情報オブジェクトの一定範囲内に入ると、自動的に読み込みを開始する。</a:t>
            </a:r>
          </a:p>
          <a:p>
            <a:pPr marL="158750" indent="0">
              <a:buNone/>
            </a:pPr>
            <a:r>
              <a:rPr lang="ja-JP" altLang="en-US" dirty="0">
                <a:latin typeface="メイリオ" panose="020B0604030504040204" pitchFamily="50" charset="-128"/>
                <a:ea typeface="メイリオ" panose="020B0604030504040204" pitchFamily="50" charset="-128"/>
              </a:rPr>
              <a:t>・基本の読み込み時間は</a:t>
            </a:r>
            <a:r>
              <a:rPr lang="en-US" altLang="ja-JP" dirty="0">
                <a:latin typeface="メイリオ" panose="020B0604030504040204" pitchFamily="50" charset="-128"/>
                <a:ea typeface="メイリオ" panose="020B0604030504040204" pitchFamily="50" charset="-128"/>
              </a:rPr>
              <a:t>3</a:t>
            </a:r>
            <a:r>
              <a:rPr lang="ja-JP" altLang="en-US" dirty="0">
                <a:latin typeface="メイリオ" panose="020B0604030504040204" pitchFamily="50" charset="-128"/>
                <a:ea typeface="メイリオ" panose="020B0604030504040204" pitchFamily="50" charset="-128"/>
              </a:rPr>
              <a:t>秒とする。</a:t>
            </a:r>
          </a:p>
          <a:p>
            <a:pPr marL="158750" indent="0">
              <a:buNone/>
            </a:pPr>
            <a:r>
              <a:rPr lang="ja-JP" altLang="en-US" dirty="0">
                <a:latin typeface="メイリオ" panose="020B0604030504040204" pitchFamily="50" charset="-128"/>
                <a:ea typeface="メイリオ" panose="020B0604030504040204" pitchFamily="50" charset="-128"/>
              </a:rPr>
              <a:t>・読み込み速度の強化段階に応じて、読み込み時間を</a:t>
            </a:r>
            <a:r>
              <a:rPr lang="en-US" altLang="ja-JP" dirty="0">
                <a:latin typeface="メイリオ" panose="020B0604030504040204" pitchFamily="50" charset="-128"/>
                <a:ea typeface="メイリオ" panose="020B0604030504040204" pitchFamily="50" charset="-128"/>
              </a:rPr>
              <a:t>2</a:t>
            </a:r>
            <a:r>
              <a:rPr lang="ja-JP" altLang="en-US" dirty="0">
                <a:latin typeface="メイリオ" panose="020B0604030504040204" pitchFamily="50" charset="-128"/>
                <a:ea typeface="メイリオ" panose="020B0604030504040204" pitchFamily="50" charset="-128"/>
              </a:rPr>
              <a:t>秒、</a:t>
            </a:r>
            <a:r>
              <a:rPr lang="en-US" altLang="ja-JP" dirty="0">
                <a:latin typeface="メイリオ" panose="020B0604030504040204" pitchFamily="50" charset="-128"/>
                <a:ea typeface="メイリオ" panose="020B0604030504040204" pitchFamily="50" charset="-128"/>
              </a:rPr>
              <a:t>1</a:t>
            </a:r>
            <a:r>
              <a:rPr lang="ja-JP" altLang="en-US" dirty="0">
                <a:latin typeface="メイリオ" panose="020B0604030504040204" pitchFamily="50" charset="-128"/>
                <a:ea typeface="メイリオ" panose="020B0604030504040204" pitchFamily="50" charset="-128"/>
              </a:rPr>
              <a:t>秒へ短縮できる。</a:t>
            </a:r>
          </a:p>
          <a:p>
            <a:pPr marL="158750" indent="0">
              <a:buNone/>
            </a:pPr>
            <a:r>
              <a:rPr lang="ja-JP" altLang="en-US" dirty="0">
                <a:latin typeface="メイリオ" panose="020B0604030504040204" pitchFamily="50" charset="-128"/>
                <a:ea typeface="メイリオ" panose="020B0604030504040204" pitchFamily="50" charset="-128"/>
              </a:rPr>
              <a:t>・読み込み中はプレイヤーの移動とカメラの視点操作を無効にする。</a:t>
            </a:r>
          </a:p>
          <a:p>
            <a:pPr marL="158750" indent="0">
              <a:buNone/>
            </a:pPr>
            <a:r>
              <a:rPr lang="ja-JP" altLang="en-US" dirty="0">
                <a:latin typeface="メイリオ" panose="020B0604030504040204" pitchFamily="50" charset="-128"/>
                <a:ea typeface="メイリオ" panose="020B0604030504040204" pitchFamily="50" charset="-128"/>
              </a:rPr>
              <a:t>・読み込み完了後、情報ウィンドウを表示する。</a:t>
            </a:r>
          </a:p>
          <a:p>
            <a:pPr marL="158750" indent="0">
              <a:buNone/>
            </a:pPr>
            <a:r>
              <a:rPr lang="ja-JP" altLang="en-US" dirty="0">
                <a:latin typeface="メイリオ" panose="020B0604030504040204" pitchFamily="50" charset="-128"/>
                <a:ea typeface="メイリオ" panose="020B0604030504040204" pitchFamily="50" charset="-128"/>
              </a:rPr>
              <a:t>・情報ウィンドウの表示中も、プレイヤーの移動とカメラの視点操作を無効にする。</a:t>
            </a:r>
          </a:p>
        </p:txBody>
      </p:sp>
    </p:spTree>
    <p:extLst>
      <p:ext uri="{BB962C8B-B14F-4D97-AF65-F5344CB8AC3E}">
        <p14:creationId xmlns:p14="http://schemas.microsoft.com/office/powerpoint/2010/main" val="11189129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3"/>
          <p:cNvSpPr txBox="1">
            <a:spLocks noGrp="1"/>
          </p:cNvSpPr>
          <p:nvPr>
            <p:ph type="title"/>
          </p:nvPr>
        </p:nvSpPr>
        <p:spPr>
          <a:xfrm>
            <a:off x="484566" y="339550"/>
            <a:ext cx="6787500" cy="637500"/>
          </a:xfrm>
          <a:prstGeom prst="rect">
            <a:avLst/>
          </a:prstGeom>
        </p:spPr>
        <p:txBody>
          <a:bodyPr spcFirstLastPara="1" wrap="square" lIns="68575" tIns="34275" rIns="68575" bIns="34275" anchor="t" anchorCtr="0">
            <a:noAutofit/>
          </a:bodyPr>
          <a:lstStyle/>
          <a:p>
            <a:pPr marL="0" lvl="0" indent="0" algn="l" rtl="0">
              <a:spcBef>
                <a:spcPts val="0"/>
              </a:spcBef>
              <a:spcAft>
                <a:spcPts val="0"/>
              </a:spcAft>
              <a:buNone/>
            </a:pPr>
            <a:r>
              <a:rPr lang="ja" dirty="0">
                <a:latin typeface="Meiryo"/>
                <a:ea typeface="Meiryo"/>
                <a:cs typeface="Meiryo"/>
                <a:sym typeface="Meiryo"/>
              </a:rPr>
              <a:t>・</a:t>
            </a:r>
            <a:r>
              <a:rPr lang="ja-JP" altLang="en-US" dirty="0">
                <a:latin typeface="Meiryo"/>
                <a:ea typeface="Meiryo"/>
                <a:cs typeface="Meiryo"/>
                <a:sym typeface="Meiryo"/>
              </a:rPr>
              <a:t>ゲーム進行、ゲームルール③</a:t>
            </a:r>
            <a:endParaRPr dirty="0">
              <a:latin typeface="Meiryo"/>
              <a:ea typeface="Meiryo"/>
              <a:cs typeface="Meiryo"/>
              <a:sym typeface="Meiryo"/>
            </a:endParaRPr>
          </a:p>
        </p:txBody>
      </p:sp>
      <p:sp>
        <p:nvSpPr>
          <p:cNvPr id="132" name="Google Shape;132;p23"/>
          <p:cNvSpPr txBox="1">
            <a:spLocks noGrp="1"/>
          </p:cNvSpPr>
          <p:nvPr>
            <p:ph type="body" idx="1"/>
          </p:nvPr>
        </p:nvSpPr>
        <p:spPr>
          <a:xfrm>
            <a:off x="484566" y="977050"/>
            <a:ext cx="8549706" cy="4166450"/>
          </a:xfrm>
          <a:prstGeom prst="rect">
            <a:avLst/>
          </a:prstGeom>
        </p:spPr>
        <p:txBody>
          <a:bodyPr spcFirstLastPara="1" wrap="square" lIns="68575" tIns="34275" rIns="68575" bIns="34275" anchor="t" anchorCtr="0">
            <a:noAutofit/>
          </a:bodyPr>
          <a:lstStyle/>
          <a:p>
            <a:pPr marL="158750" indent="0">
              <a:buNone/>
            </a:pPr>
            <a:r>
              <a:rPr lang="en-US" altLang="ja-JP" b="1" dirty="0">
                <a:latin typeface="メイリオ" panose="020B0604030504040204" pitchFamily="50" charset="-128"/>
                <a:ea typeface="メイリオ" panose="020B0604030504040204" pitchFamily="50" charset="-128"/>
              </a:rPr>
              <a:t>3. </a:t>
            </a:r>
            <a:r>
              <a:rPr lang="ja-JP" altLang="en-US" b="1" dirty="0">
                <a:latin typeface="メイリオ" panose="020B0604030504040204" pitchFamily="50" charset="-128"/>
                <a:ea typeface="メイリオ" panose="020B0604030504040204" pitchFamily="50" charset="-128"/>
              </a:rPr>
              <a:t>情報の真偽判定</a:t>
            </a:r>
          </a:p>
          <a:p>
            <a:pPr marL="158750" indent="0">
              <a:buNone/>
            </a:pPr>
            <a:r>
              <a:rPr lang="ja-JP" altLang="en-US" dirty="0">
                <a:latin typeface="メイリオ" panose="020B0604030504040204" pitchFamily="50" charset="-128"/>
                <a:ea typeface="メイリオ" panose="020B0604030504040204" pitchFamily="50" charset="-128"/>
              </a:rPr>
              <a:t>・プレイヤーは情報ウィンドウに表示された情報を確認し、以下の操作によって判定する。</a:t>
            </a:r>
          </a:p>
          <a:p>
            <a:pPr marL="158750" indent="0">
              <a:buNone/>
            </a:pPr>
            <a:r>
              <a:rPr lang="ja-JP" altLang="en-US" dirty="0">
                <a:latin typeface="メイリオ" panose="020B0604030504040204" pitchFamily="50" charset="-128"/>
                <a:ea typeface="メイリオ" panose="020B0604030504040204" pitchFamily="50" charset="-128"/>
              </a:rPr>
              <a:t>・</a:t>
            </a:r>
            <a:r>
              <a:rPr lang="ja-JP" altLang="en-US" b="1" dirty="0">
                <a:latin typeface="メイリオ" panose="020B0604030504040204" pitchFamily="50" charset="-128"/>
                <a:ea typeface="メイリオ" panose="020B0604030504040204" pitchFamily="50" charset="-128"/>
              </a:rPr>
              <a:t>嘘情報の場合： </a:t>
            </a:r>
            <a:r>
              <a:rPr lang="ja-JP" altLang="en-US" dirty="0">
                <a:latin typeface="メイリオ" panose="020B0604030504040204" pitchFamily="50" charset="-128"/>
                <a:ea typeface="メイリオ" panose="020B0604030504040204" pitchFamily="50" charset="-128"/>
              </a:rPr>
              <a:t>画面右上の「</a:t>
            </a:r>
            <a:r>
              <a:rPr lang="en-US" altLang="ja-JP" dirty="0">
                <a:latin typeface="メイリオ" panose="020B0604030504040204" pitchFamily="50" charset="-128"/>
                <a:ea typeface="メイリオ" panose="020B0604030504040204" pitchFamily="50" charset="-128"/>
              </a:rPr>
              <a:t>×</a:t>
            </a:r>
            <a:r>
              <a:rPr lang="ja-JP" altLang="en-US" dirty="0">
                <a:latin typeface="メイリオ" panose="020B0604030504040204" pitchFamily="50" charset="-128"/>
                <a:ea typeface="メイリオ" panose="020B0604030504040204" pitchFamily="50" charset="-128"/>
              </a:rPr>
              <a:t>」ボタンを左クリックして削除する。削除に成功するとスコアを加算する。</a:t>
            </a:r>
          </a:p>
          <a:p>
            <a:pPr marL="158750" indent="0">
              <a:buNone/>
            </a:pPr>
            <a:r>
              <a:rPr lang="ja-JP" altLang="en-US" dirty="0">
                <a:latin typeface="メイリオ" panose="020B0604030504040204" pitchFamily="50" charset="-128"/>
                <a:ea typeface="メイリオ" panose="020B0604030504040204" pitchFamily="50" charset="-128"/>
              </a:rPr>
              <a:t>・</a:t>
            </a:r>
            <a:r>
              <a:rPr lang="ja-JP" altLang="en-US" b="1" dirty="0">
                <a:latin typeface="メイリオ" panose="020B0604030504040204" pitchFamily="50" charset="-128"/>
                <a:ea typeface="メイリオ" panose="020B0604030504040204" pitchFamily="50" charset="-128"/>
              </a:rPr>
              <a:t>真情報の場合： </a:t>
            </a:r>
            <a:r>
              <a:rPr lang="en-US" altLang="ja-JP" dirty="0">
                <a:latin typeface="メイリオ" panose="020B0604030504040204" pitchFamily="50" charset="-128"/>
                <a:ea typeface="メイリオ" panose="020B0604030504040204" pitchFamily="50" charset="-128"/>
              </a:rPr>
              <a:t>Space</a:t>
            </a:r>
            <a:r>
              <a:rPr lang="ja-JP" altLang="en-US" dirty="0">
                <a:latin typeface="メイリオ" panose="020B0604030504040204" pitchFamily="50" charset="-128"/>
                <a:ea typeface="メイリオ" panose="020B0604030504040204" pitchFamily="50" charset="-128"/>
              </a:rPr>
              <a:t>キーを押して情報ウィンドウを閉じる。正しい判定として処理する。</a:t>
            </a:r>
          </a:p>
          <a:p>
            <a:pPr marL="158750" indent="0">
              <a:buNone/>
            </a:pPr>
            <a:r>
              <a:rPr lang="ja-JP" altLang="en-US" dirty="0">
                <a:latin typeface="メイリオ" panose="020B0604030504040204" pitchFamily="50" charset="-128"/>
                <a:ea typeface="メイリオ" panose="020B0604030504040204" pitchFamily="50" charset="-128"/>
              </a:rPr>
              <a:t>・</a:t>
            </a:r>
            <a:r>
              <a:rPr lang="ja-JP" altLang="en-US" b="1" dirty="0">
                <a:latin typeface="メイリオ" panose="020B0604030504040204" pitchFamily="50" charset="-128"/>
                <a:ea typeface="メイリオ" panose="020B0604030504040204" pitchFamily="50" charset="-128"/>
              </a:rPr>
              <a:t>真情報を誤って削除した場合： </a:t>
            </a:r>
            <a:r>
              <a:rPr lang="ja-JP" altLang="en-US" dirty="0">
                <a:latin typeface="メイリオ" panose="020B0604030504040204" pitchFamily="50" charset="-128"/>
                <a:ea typeface="メイリオ" panose="020B0604030504040204" pitchFamily="50" charset="-128"/>
              </a:rPr>
              <a:t>スコアを減算する。</a:t>
            </a:r>
          </a:p>
          <a:p>
            <a:pPr marL="158750" indent="0">
              <a:buNone/>
            </a:pPr>
            <a:r>
              <a:rPr lang="ja-JP" altLang="en-US" dirty="0">
                <a:latin typeface="メイリオ" panose="020B0604030504040204" pitchFamily="50" charset="-128"/>
                <a:ea typeface="メイリオ" panose="020B0604030504040204" pitchFamily="50" charset="-128"/>
              </a:rPr>
              <a:t>・</a:t>
            </a:r>
            <a:r>
              <a:rPr lang="ja-JP" altLang="en-US" b="1" dirty="0">
                <a:latin typeface="メイリオ" panose="020B0604030504040204" pitchFamily="50" charset="-128"/>
                <a:ea typeface="メイリオ" panose="020B0604030504040204" pitchFamily="50" charset="-128"/>
              </a:rPr>
              <a:t>嘘情報を削除せずに閉じた場合： </a:t>
            </a:r>
            <a:r>
              <a:rPr lang="ja-JP" altLang="en-US" dirty="0">
                <a:latin typeface="メイリオ" panose="020B0604030504040204" pitchFamily="50" charset="-128"/>
                <a:ea typeface="メイリオ" panose="020B0604030504040204" pitchFamily="50" charset="-128"/>
              </a:rPr>
              <a:t>見逃しとして扱い、減点しない。</a:t>
            </a:r>
          </a:p>
          <a:p>
            <a:pPr marL="158750" indent="0">
              <a:buNone/>
            </a:pPr>
            <a:r>
              <a:rPr lang="ja-JP" altLang="en-US" dirty="0">
                <a:latin typeface="メイリオ" panose="020B0604030504040204" pitchFamily="50" charset="-128"/>
                <a:ea typeface="メイリオ" panose="020B0604030504040204" pitchFamily="50" charset="-128"/>
              </a:rPr>
              <a:t>・判定結果は短時間表示した後、自動的に情報ウィンドウを閉じる。ウィンドウが閉じた後、プレイヤーの移動とカメラの視点操作を再開する。</a:t>
            </a:r>
          </a:p>
          <a:p>
            <a:pPr marL="158750" indent="0">
              <a:buNone/>
            </a:pPr>
            <a:endParaRPr lang="ja-JP" altLang="en-US"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4843905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3"/>
          <p:cNvSpPr txBox="1">
            <a:spLocks noGrp="1"/>
          </p:cNvSpPr>
          <p:nvPr>
            <p:ph type="title"/>
          </p:nvPr>
        </p:nvSpPr>
        <p:spPr>
          <a:xfrm>
            <a:off x="484566" y="339550"/>
            <a:ext cx="6787500" cy="637500"/>
          </a:xfrm>
          <a:prstGeom prst="rect">
            <a:avLst/>
          </a:prstGeom>
        </p:spPr>
        <p:txBody>
          <a:bodyPr spcFirstLastPara="1" wrap="square" lIns="68575" tIns="34275" rIns="68575" bIns="34275" anchor="t" anchorCtr="0">
            <a:noAutofit/>
          </a:bodyPr>
          <a:lstStyle/>
          <a:p>
            <a:pPr marL="0" lvl="0" indent="0" algn="l" rtl="0">
              <a:spcBef>
                <a:spcPts val="0"/>
              </a:spcBef>
              <a:spcAft>
                <a:spcPts val="0"/>
              </a:spcAft>
              <a:buNone/>
            </a:pPr>
            <a:r>
              <a:rPr lang="ja" dirty="0">
                <a:latin typeface="Meiryo"/>
                <a:ea typeface="Meiryo"/>
                <a:cs typeface="Meiryo"/>
                <a:sym typeface="Meiryo"/>
              </a:rPr>
              <a:t>・</a:t>
            </a:r>
            <a:r>
              <a:rPr lang="ja-JP" altLang="en-US" dirty="0">
                <a:latin typeface="Meiryo"/>
                <a:ea typeface="Meiryo"/>
                <a:cs typeface="Meiryo"/>
                <a:sym typeface="Meiryo"/>
              </a:rPr>
              <a:t>ゲーム進行、ゲームルール④</a:t>
            </a:r>
            <a:endParaRPr dirty="0">
              <a:latin typeface="Meiryo"/>
              <a:ea typeface="Meiryo"/>
              <a:cs typeface="Meiryo"/>
              <a:sym typeface="Meiryo"/>
            </a:endParaRPr>
          </a:p>
        </p:txBody>
      </p:sp>
      <p:sp>
        <p:nvSpPr>
          <p:cNvPr id="132" name="Google Shape;132;p23"/>
          <p:cNvSpPr txBox="1">
            <a:spLocks noGrp="1"/>
          </p:cNvSpPr>
          <p:nvPr>
            <p:ph type="body" idx="1"/>
          </p:nvPr>
        </p:nvSpPr>
        <p:spPr>
          <a:xfrm>
            <a:off x="484566" y="977050"/>
            <a:ext cx="8174868" cy="4166450"/>
          </a:xfrm>
          <a:prstGeom prst="rect">
            <a:avLst/>
          </a:prstGeom>
        </p:spPr>
        <p:txBody>
          <a:bodyPr spcFirstLastPara="1" wrap="square" lIns="68575" tIns="34275" rIns="68575" bIns="34275" anchor="t" anchorCtr="0">
            <a:noAutofit/>
          </a:bodyPr>
          <a:lstStyle/>
          <a:p>
            <a:pPr marL="158750" indent="0">
              <a:buNone/>
            </a:pPr>
            <a:r>
              <a:rPr lang="en-US" altLang="ja-JP" b="1" dirty="0">
                <a:latin typeface="メイリオ" panose="020B0604030504040204" pitchFamily="50" charset="-128"/>
                <a:ea typeface="メイリオ" panose="020B0604030504040204" pitchFamily="50" charset="-128"/>
              </a:rPr>
              <a:t>4. </a:t>
            </a:r>
            <a:r>
              <a:rPr lang="ja-JP" altLang="en-US" b="1" dirty="0">
                <a:latin typeface="メイリオ" panose="020B0604030504040204" pitchFamily="50" charset="-128"/>
                <a:ea typeface="メイリオ" panose="020B0604030504040204" pitchFamily="50" charset="-128"/>
              </a:rPr>
              <a:t>制限時間</a:t>
            </a:r>
          </a:p>
          <a:p>
            <a:pPr marL="158750" indent="0">
              <a:buNone/>
            </a:pPr>
            <a:r>
              <a:rPr lang="ja-JP" altLang="en-US" dirty="0">
                <a:latin typeface="メイリオ" panose="020B0604030504040204" pitchFamily="50" charset="-128"/>
                <a:ea typeface="メイリオ" panose="020B0604030504040204" pitchFamily="50" charset="-128"/>
              </a:rPr>
              <a:t>・ゲーム画面に入った時点で制限時間のカウントを開始する。</a:t>
            </a:r>
          </a:p>
          <a:p>
            <a:pPr marL="158750" indent="0">
              <a:buNone/>
            </a:pPr>
            <a:r>
              <a:rPr lang="ja-JP" altLang="en-US" dirty="0">
                <a:latin typeface="メイリオ" panose="020B0604030504040204" pitchFamily="50" charset="-128"/>
                <a:ea typeface="メイリオ" panose="020B0604030504040204" pitchFamily="50" charset="-128"/>
              </a:rPr>
              <a:t>・情報の読み込み中および情報の判定中も制限時間は減少する。</a:t>
            </a:r>
          </a:p>
          <a:p>
            <a:pPr marL="158750" indent="0">
              <a:buNone/>
            </a:pPr>
            <a:r>
              <a:rPr lang="ja-JP" altLang="en-US" dirty="0">
                <a:latin typeface="メイリオ" panose="020B0604030504040204" pitchFamily="50" charset="-128"/>
                <a:ea typeface="メイリオ" panose="020B0604030504040204" pitchFamily="50" charset="-128"/>
              </a:rPr>
              <a:t>・ポーズ画面の表示中は、制限時間のカウントを停止する。</a:t>
            </a:r>
          </a:p>
          <a:p>
            <a:pPr marL="158750" indent="0">
              <a:buNone/>
            </a:pPr>
            <a:r>
              <a:rPr lang="ja-JP" altLang="en-US" dirty="0">
                <a:latin typeface="メイリオ" panose="020B0604030504040204" pitchFamily="50" charset="-128"/>
                <a:ea typeface="メイリオ" panose="020B0604030504040204" pitchFamily="50" charset="-128"/>
              </a:rPr>
              <a:t>・制限時間が</a:t>
            </a:r>
            <a:r>
              <a:rPr lang="en-US" altLang="ja-JP" dirty="0">
                <a:latin typeface="メイリオ" panose="020B0604030504040204" pitchFamily="50" charset="-128"/>
                <a:ea typeface="メイリオ" panose="020B0604030504040204" pitchFamily="50" charset="-128"/>
              </a:rPr>
              <a:t>0</a:t>
            </a:r>
            <a:r>
              <a:rPr lang="ja-JP" altLang="en-US" dirty="0">
                <a:latin typeface="メイリオ" panose="020B0604030504040204" pitchFamily="50" charset="-128"/>
                <a:ea typeface="メイリオ" panose="020B0604030504040204" pitchFamily="50" charset="-128"/>
              </a:rPr>
              <a:t>になるとゲームを終了し、リザルト画面へ移動する。</a:t>
            </a:r>
          </a:p>
          <a:p>
            <a:pPr marL="158750" indent="0">
              <a:buNone/>
            </a:pPr>
            <a:r>
              <a:rPr lang="ja-JP" altLang="en-US" dirty="0">
                <a:latin typeface="メイリオ" panose="020B0604030504040204" pitchFamily="50" charset="-128"/>
                <a:ea typeface="メイリオ" panose="020B0604030504040204" pitchFamily="50" charset="-128"/>
              </a:rPr>
              <a:t>・制限時間が終了した場合は、情報の読み込みや判定結果の表示を中断してゲームを終了する。</a:t>
            </a:r>
          </a:p>
        </p:txBody>
      </p:sp>
    </p:spTree>
    <p:extLst>
      <p:ext uri="{BB962C8B-B14F-4D97-AF65-F5344CB8AC3E}">
        <p14:creationId xmlns:p14="http://schemas.microsoft.com/office/powerpoint/2010/main" val="20970156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3"/>
          <p:cNvSpPr txBox="1">
            <a:spLocks noGrp="1"/>
          </p:cNvSpPr>
          <p:nvPr>
            <p:ph type="title"/>
          </p:nvPr>
        </p:nvSpPr>
        <p:spPr>
          <a:xfrm>
            <a:off x="484566" y="339550"/>
            <a:ext cx="6787500" cy="637500"/>
          </a:xfrm>
          <a:prstGeom prst="rect">
            <a:avLst/>
          </a:prstGeom>
        </p:spPr>
        <p:txBody>
          <a:bodyPr spcFirstLastPara="1" wrap="square" lIns="68575" tIns="34275" rIns="68575" bIns="34275" anchor="t" anchorCtr="0">
            <a:noAutofit/>
          </a:bodyPr>
          <a:lstStyle/>
          <a:p>
            <a:pPr marL="0" lvl="0" indent="0" algn="l" rtl="0">
              <a:spcBef>
                <a:spcPts val="0"/>
              </a:spcBef>
              <a:spcAft>
                <a:spcPts val="0"/>
              </a:spcAft>
              <a:buNone/>
            </a:pPr>
            <a:r>
              <a:rPr lang="ja" dirty="0">
                <a:latin typeface="Meiryo"/>
                <a:ea typeface="Meiryo"/>
                <a:cs typeface="Meiryo"/>
                <a:sym typeface="Meiryo"/>
              </a:rPr>
              <a:t>・</a:t>
            </a:r>
            <a:r>
              <a:rPr lang="ja-JP" altLang="en-US" dirty="0">
                <a:latin typeface="Meiryo"/>
                <a:ea typeface="Meiryo"/>
                <a:cs typeface="Meiryo"/>
                <a:sym typeface="Meiryo"/>
              </a:rPr>
              <a:t>ゲーム進行、ゲームルール⑤</a:t>
            </a:r>
            <a:endParaRPr dirty="0">
              <a:latin typeface="Meiryo"/>
              <a:ea typeface="Meiryo"/>
              <a:cs typeface="Meiryo"/>
              <a:sym typeface="Meiryo"/>
            </a:endParaRPr>
          </a:p>
        </p:txBody>
      </p:sp>
      <p:sp>
        <p:nvSpPr>
          <p:cNvPr id="132" name="Google Shape;132;p23"/>
          <p:cNvSpPr txBox="1">
            <a:spLocks noGrp="1"/>
          </p:cNvSpPr>
          <p:nvPr>
            <p:ph type="body" idx="1"/>
          </p:nvPr>
        </p:nvSpPr>
        <p:spPr>
          <a:xfrm>
            <a:off x="484566" y="977050"/>
            <a:ext cx="8174868" cy="4166450"/>
          </a:xfrm>
          <a:prstGeom prst="rect">
            <a:avLst/>
          </a:prstGeom>
        </p:spPr>
        <p:txBody>
          <a:bodyPr spcFirstLastPara="1" wrap="square" lIns="68575" tIns="34275" rIns="68575" bIns="34275" anchor="t" anchorCtr="0">
            <a:noAutofit/>
          </a:bodyPr>
          <a:lstStyle/>
          <a:p>
            <a:pPr marL="158750" indent="0">
              <a:buNone/>
            </a:pPr>
            <a:r>
              <a:rPr lang="en-US" altLang="ja-JP" b="1" dirty="0">
                <a:latin typeface="メイリオ" panose="020B0604030504040204" pitchFamily="50" charset="-128"/>
                <a:ea typeface="メイリオ" panose="020B0604030504040204" pitchFamily="50" charset="-128"/>
              </a:rPr>
              <a:t>5. </a:t>
            </a:r>
            <a:r>
              <a:rPr lang="ja-JP" altLang="en-US" b="1" dirty="0">
                <a:latin typeface="メイリオ" panose="020B0604030504040204" pitchFamily="50" charset="-128"/>
                <a:ea typeface="メイリオ" panose="020B0604030504040204" pitchFamily="50" charset="-128"/>
              </a:rPr>
              <a:t>ポーズ処理</a:t>
            </a:r>
          </a:p>
          <a:p>
            <a:pPr marL="158750" indent="0">
              <a:buNone/>
            </a:pPr>
            <a:r>
              <a:rPr lang="ja-JP" altLang="en-US" dirty="0">
                <a:latin typeface="メイリオ" panose="020B0604030504040204" pitchFamily="50" charset="-128"/>
                <a:ea typeface="メイリオ" panose="020B0604030504040204" pitchFamily="50" charset="-128"/>
              </a:rPr>
              <a:t>・ゲーム画面で</a:t>
            </a:r>
            <a:r>
              <a:rPr lang="en-US" altLang="ja-JP" dirty="0">
                <a:latin typeface="メイリオ" panose="020B0604030504040204" pitchFamily="50" charset="-128"/>
                <a:ea typeface="メイリオ" panose="020B0604030504040204" pitchFamily="50" charset="-128"/>
              </a:rPr>
              <a:t>Esc</a:t>
            </a:r>
            <a:r>
              <a:rPr lang="ja-JP" altLang="en-US" dirty="0">
                <a:latin typeface="メイリオ" panose="020B0604030504040204" pitchFamily="50" charset="-128"/>
                <a:ea typeface="メイリオ" panose="020B0604030504040204" pitchFamily="50" charset="-128"/>
              </a:rPr>
              <a:t>キーを押すと、ポーズ画面を表示する。ポーズ中は制限時間およびゲームの進行を停止する。</a:t>
            </a:r>
          </a:p>
          <a:p>
            <a:pPr marL="158750" indent="0">
              <a:buNone/>
            </a:pPr>
            <a:r>
              <a:rPr lang="ja-JP" altLang="en-US" dirty="0">
                <a:latin typeface="メイリオ" panose="020B0604030504040204" pitchFamily="50" charset="-128"/>
                <a:ea typeface="メイリオ" panose="020B0604030504040204" pitchFamily="50" charset="-128"/>
              </a:rPr>
              <a:t>・再開を選択すると、ポーズ前の状態からゲームを再開する。タイトルへ戻るを選択すると、タイトル画面へ移動する。</a:t>
            </a:r>
          </a:p>
        </p:txBody>
      </p:sp>
    </p:spTree>
    <p:extLst>
      <p:ext uri="{BB962C8B-B14F-4D97-AF65-F5344CB8AC3E}">
        <p14:creationId xmlns:p14="http://schemas.microsoft.com/office/powerpoint/2010/main" val="17630538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3"/>
          <p:cNvSpPr txBox="1">
            <a:spLocks noGrp="1"/>
          </p:cNvSpPr>
          <p:nvPr>
            <p:ph type="title"/>
          </p:nvPr>
        </p:nvSpPr>
        <p:spPr>
          <a:xfrm>
            <a:off x="484566" y="339550"/>
            <a:ext cx="6787500" cy="637500"/>
          </a:xfrm>
          <a:prstGeom prst="rect">
            <a:avLst/>
          </a:prstGeom>
        </p:spPr>
        <p:txBody>
          <a:bodyPr spcFirstLastPara="1" wrap="square" lIns="68575" tIns="34275" rIns="68575" bIns="34275" anchor="t" anchorCtr="0">
            <a:noAutofit/>
          </a:bodyPr>
          <a:lstStyle/>
          <a:p>
            <a:pPr marL="0" lvl="0" indent="0" algn="l" rtl="0">
              <a:spcBef>
                <a:spcPts val="0"/>
              </a:spcBef>
              <a:spcAft>
                <a:spcPts val="0"/>
              </a:spcAft>
              <a:buNone/>
            </a:pPr>
            <a:r>
              <a:rPr lang="ja" dirty="0">
                <a:latin typeface="Meiryo"/>
                <a:ea typeface="Meiryo"/>
                <a:cs typeface="Meiryo"/>
                <a:sym typeface="Meiryo"/>
              </a:rPr>
              <a:t>・</a:t>
            </a:r>
            <a:r>
              <a:rPr lang="ja-JP" altLang="en-US" dirty="0">
                <a:latin typeface="Meiryo"/>
                <a:ea typeface="Meiryo"/>
                <a:cs typeface="Meiryo"/>
                <a:sym typeface="Meiryo"/>
              </a:rPr>
              <a:t>ゲーム進行、ゲームルール⑥</a:t>
            </a:r>
            <a:endParaRPr dirty="0">
              <a:latin typeface="Meiryo"/>
              <a:ea typeface="Meiryo"/>
              <a:cs typeface="Meiryo"/>
              <a:sym typeface="Meiryo"/>
            </a:endParaRPr>
          </a:p>
        </p:txBody>
      </p:sp>
      <p:sp>
        <p:nvSpPr>
          <p:cNvPr id="132" name="Google Shape;132;p23"/>
          <p:cNvSpPr txBox="1">
            <a:spLocks noGrp="1"/>
          </p:cNvSpPr>
          <p:nvPr>
            <p:ph type="body" idx="1"/>
          </p:nvPr>
        </p:nvSpPr>
        <p:spPr>
          <a:xfrm>
            <a:off x="484566" y="977050"/>
            <a:ext cx="8174868" cy="4166450"/>
          </a:xfrm>
          <a:prstGeom prst="rect">
            <a:avLst/>
          </a:prstGeom>
        </p:spPr>
        <p:txBody>
          <a:bodyPr spcFirstLastPara="1" wrap="square" lIns="68575" tIns="34275" rIns="68575" bIns="34275" anchor="t" anchorCtr="0">
            <a:noAutofit/>
          </a:bodyPr>
          <a:lstStyle/>
          <a:p>
            <a:pPr marL="158750" indent="0">
              <a:buNone/>
            </a:pPr>
            <a:r>
              <a:rPr lang="en-US" altLang="ja-JP" b="1" dirty="0">
                <a:latin typeface="メイリオ" panose="020B0604030504040204" pitchFamily="50" charset="-128"/>
                <a:ea typeface="メイリオ" panose="020B0604030504040204" pitchFamily="50" charset="-128"/>
              </a:rPr>
              <a:t>6. </a:t>
            </a:r>
            <a:r>
              <a:rPr lang="ja-JP" altLang="en-US" b="1" dirty="0">
                <a:latin typeface="メイリオ" panose="020B0604030504040204" pitchFamily="50" charset="-128"/>
                <a:ea typeface="メイリオ" panose="020B0604030504040204" pitchFamily="50" charset="-128"/>
              </a:rPr>
              <a:t>スコア処理</a:t>
            </a:r>
          </a:p>
          <a:p>
            <a:pPr marL="158750" indent="0">
              <a:buNone/>
            </a:pPr>
            <a:r>
              <a:rPr lang="ja-JP" altLang="en-US" dirty="0">
                <a:latin typeface="メイリオ" panose="020B0604030504040204" pitchFamily="50" charset="-128"/>
                <a:ea typeface="メイリオ" panose="020B0604030504040204" pitchFamily="50" charset="-128"/>
              </a:rPr>
              <a:t>・嘘情報の削除に成功すると、スコアを加算する。</a:t>
            </a:r>
          </a:p>
          <a:p>
            <a:pPr marL="158750" indent="0">
              <a:buNone/>
            </a:pPr>
            <a:r>
              <a:rPr lang="ja-JP" altLang="en-US" dirty="0">
                <a:latin typeface="メイリオ" panose="020B0604030504040204" pitchFamily="50" charset="-128"/>
                <a:ea typeface="メイリオ" panose="020B0604030504040204" pitchFamily="50" charset="-128"/>
              </a:rPr>
              <a:t>・真情報を誤って削除すると、スコアを減算する。</a:t>
            </a:r>
          </a:p>
          <a:p>
            <a:pPr marL="158750" indent="0">
              <a:buNone/>
            </a:pPr>
            <a:r>
              <a:rPr lang="ja-JP" altLang="en-US" dirty="0">
                <a:latin typeface="メイリオ" panose="020B0604030504040204" pitchFamily="50" charset="-128"/>
                <a:ea typeface="メイリオ" panose="020B0604030504040204" pitchFamily="50" charset="-128"/>
              </a:rPr>
              <a:t>・真情報の正しい判定では、誤削除による減点は発生しない。</a:t>
            </a:r>
          </a:p>
          <a:p>
            <a:pPr marL="158750" indent="0">
              <a:buNone/>
            </a:pPr>
            <a:r>
              <a:rPr lang="ja-JP" altLang="en-US" dirty="0">
                <a:latin typeface="メイリオ" panose="020B0604030504040204" pitchFamily="50" charset="-128"/>
                <a:ea typeface="メイリオ" panose="020B0604030504040204" pitchFamily="50" charset="-128"/>
              </a:rPr>
              <a:t>・嘘情報を見逃した場合、減点は発生しない。</a:t>
            </a:r>
          </a:p>
        </p:txBody>
      </p:sp>
    </p:spTree>
    <p:extLst>
      <p:ext uri="{BB962C8B-B14F-4D97-AF65-F5344CB8AC3E}">
        <p14:creationId xmlns:p14="http://schemas.microsoft.com/office/powerpoint/2010/main" val="20104291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3"/>
          <p:cNvSpPr txBox="1">
            <a:spLocks noGrp="1"/>
          </p:cNvSpPr>
          <p:nvPr>
            <p:ph type="title"/>
          </p:nvPr>
        </p:nvSpPr>
        <p:spPr>
          <a:xfrm>
            <a:off x="484566" y="339550"/>
            <a:ext cx="6787500" cy="637500"/>
          </a:xfrm>
          <a:prstGeom prst="rect">
            <a:avLst/>
          </a:prstGeom>
        </p:spPr>
        <p:txBody>
          <a:bodyPr spcFirstLastPara="1" wrap="square" lIns="68575" tIns="34275" rIns="68575" bIns="34275" anchor="t" anchorCtr="0">
            <a:noAutofit/>
          </a:bodyPr>
          <a:lstStyle/>
          <a:p>
            <a:pPr marL="0" lvl="0" indent="0" algn="l" rtl="0">
              <a:spcBef>
                <a:spcPts val="0"/>
              </a:spcBef>
              <a:spcAft>
                <a:spcPts val="0"/>
              </a:spcAft>
              <a:buNone/>
            </a:pPr>
            <a:r>
              <a:rPr lang="ja" dirty="0">
                <a:latin typeface="Meiryo"/>
                <a:ea typeface="Meiryo"/>
                <a:cs typeface="Meiryo"/>
                <a:sym typeface="Meiryo"/>
              </a:rPr>
              <a:t>・</a:t>
            </a:r>
            <a:r>
              <a:rPr lang="ja-JP" altLang="en-US" dirty="0">
                <a:latin typeface="Meiryo"/>
                <a:ea typeface="Meiryo"/>
                <a:cs typeface="Meiryo"/>
                <a:sym typeface="Meiryo"/>
              </a:rPr>
              <a:t>ゲーム進行、ゲームルール⑦</a:t>
            </a:r>
            <a:endParaRPr dirty="0">
              <a:latin typeface="Meiryo"/>
              <a:ea typeface="Meiryo"/>
              <a:cs typeface="Meiryo"/>
              <a:sym typeface="Meiryo"/>
            </a:endParaRPr>
          </a:p>
        </p:txBody>
      </p:sp>
      <p:sp>
        <p:nvSpPr>
          <p:cNvPr id="132" name="Google Shape;132;p23"/>
          <p:cNvSpPr txBox="1">
            <a:spLocks noGrp="1"/>
          </p:cNvSpPr>
          <p:nvPr>
            <p:ph type="body" idx="1"/>
          </p:nvPr>
        </p:nvSpPr>
        <p:spPr>
          <a:xfrm>
            <a:off x="484566" y="977050"/>
            <a:ext cx="8174868" cy="4166450"/>
          </a:xfrm>
          <a:prstGeom prst="rect">
            <a:avLst/>
          </a:prstGeom>
        </p:spPr>
        <p:txBody>
          <a:bodyPr spcFirstLastPara="1" wrap="square" lIns="68575" tIns="34275" rIns="68575" bIns="34275" anchor="t" anchorCtr="0">
            <a:noAutofit/>
          </a:bodyPr>
          <a:lstStyle/>
          <a:p>
            <a:pPr marL="158750" indent="0">
              <a:buNone/>
            </a:pPr>
            <a:r>
              <a:rPr lang="en-US" altLang="ja-JP" b="1" dirty="0">
                <a:latin typeface="メイリオ" panose="020B0604030504040204" pitchFamily="50" charset="-128"/>
                <a:ea typeface="メイリオ" panose="020B0604030504040204" pitchFamily="50" charset="-128"/>
              </a:rPr>
              <a:t>7. </a:t>
            </a:r>
            <a:r>
              <a:rPr lang="ja-JP" altLang="en-US" b="1" dirty="0">
                <a:latin typeface="メイリオ" panose="020B0604030504040204" pitchFamily="50" charset="-128"/>
                <a:ea typeface="メイリオ" panose="020B0604030504040204" pitchFamily="50" charset="-128"/>
              </a:rPr>
              <a:t>ゲーム終了</a:t>
            </a:r>
          </a:p>
          <a:p>
            <a:pPr marL="158750" indent="0">
              <a:buNone/>
            </a:pPr>
            <a:r>
              <a:rPr lang="ja-JP" altLang="en-US" dirty="0">
                <a:latin typeface="メイリオ" panose="020B0604030504040204" pitchFamily="50" charset="-128"/>
                <a:ea typeface="メイリオ" panose="020B0604030504040204" pitchFamily="50" charset="-128"/>
              </a:rPr>
              <a:t>・制限時間が</a:t>
            </a:r>
            <a:r>
              <a:rPr lang="en-US" altLang="ja-JP" dirty="0">
                <a:latin typeface="メイリオ" panose="020B0604030504040204" pitchFamily="50" charset="-128"/>
                <a:ea typeface="メイリオ" panose="020B0604030504040204" pitchFamily="50" charset="-128"/>
              </a:rPr>
              <a:t>0</a:t>
            </a:r>
            <a:r>
              <a:rPr lang="ja-JP" altLang="en-US" dirty="0">
                <a:latin typeface="メイリオ" panose="020B0604030504040204" pitchFamily="50" charset="-128"/>
                <a:ea typeface="メイリオ" panose="020B0604030504040204" pitchFamily="50" charset="-128"/>
              </a:rPr>
              <a:t>になると、その時点でのスコアや判定結果を確定し、リザルト画面へ移動する。リザルト画面では最終スコアや嘘情報の削除数、誤削除数などを表示する。</a:t>
            </a:r>
          </a:p>
        </p:txBody>
      </p:sp>
    </p:spTree>
    <p:extLst>
      <p:ext uri="{BB962C8B-B14F-4D97-AF65-F5344CB8AC3E}">
        <p14:creationId xmlns:p14="http://schemas.microsoft.com/office/powerpoint/2010/main" val="1928932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3"/>
          <p:cNvSpPr txBox="1">
            <a:spLocks noGrp="1"/>
          </p:cNvSpPr>
          <p:nvPr>
            <p:ph type="title"/>
          </p:nvPr>
        </p:nvSpPr>
        <p:spPr>
          <a:xfrm>
            <a:off x="484566" y="339550"/>
            <a:ext cx="8379018" cy="637500"/>
          </a:xfrm>
          <a:prstGeom prst="rect">
            <a:avLst/>
          </a:prstGeom>
        </p:spPr>
        <p:txBody>
          <a:bodyPr spcFirstLastPara="1" wrap="square" lIns="68575" tIns="34275" rIns="68575" bIns="34275" anchor="t" anchorCtr="0">
            <a:noAutofit/>
          </a:bodyPr>
          <a:lstStyle/>
          <a:p>
            <a:pPr marL="0" lvl="0" indent="0" algn="l" rtl="0">
              <a:spcBef>
                <a:spcPts val="0"/>
              </a:spcBef>
              <a:spcAft>
                <a:spcPts val="0"/>
              </a:spcAft>
              <a:buNone/>
            </a:pPr>
            <a:r>
              <a:rPr lang="ja" dirty="0">
                <a:latin typeface="Meiryo"/>
                <a:ea typeface="Meiryo"/>
                <a:cs typeface="Meiryo"/>
                <a:sym typeface="Meiryo"/>
              </a:rPr>
              <a:t>・制限時間</a:t>
            </a:r>
            <a:r>
              <a:rPr lang="ja-JP" altLang="en-US" dirty="0">
                <a:latin typeface="Meiryo"/>
                <a:ea typeface="Meiryo"/>
                <a:cs typeface="Meiryo"/>
                <a:sym typeface="Meiryo"/>
              </a:rPr>
              <a:t>、得点、減点、難易度ごとの配点</a:t>
            </a:r>
            <a:endParaRPr dirty="0">
              <a:latin typeface="Meiryo"/>
              <a:ea typeface="Meiryo"/>
              <a:cs typeface="Meiryo"/>
              <a:sym typeface="Meiryo"/>
            </a:endParaRPr>
          </a:p>
        </p:txBody>
      </p:sp>
      <p:sp>
        <p:nvSpPr>
          <p:cNvPr id="132" name="Google Shape;132;p23"/>
          <p:cNvSpPr txBox="1">
            <a:spLocks noGrp="1"/>
          </p:cNvSpPr>
          <p:nvPr>
            <p:ph type="body" idx="1"/>
          </p:nvPr>
        </p:nvSpPr>
        <p:spPr>
          <a:xfrm>
            <a:off x="552150" y="1073125"/>
            <a:ext cx="8039700" cy="3655500"/>
          </a:xfrm>
          <a:prstGeom prst="rect">
            <a:avLst/>
          </a:prstGeom>
        </p:spPr>
        <p:txBody>
          <a:bodyPr spcFirstLastPara="1" wrap="square" lIns="68575" tIns="34275" rIns="68575" bIns="34275" anchor="t" anchorCtr="0">
            <a:noAutofit/>
          </a:bodyPr>
          <a:lstStyle/>
          <a:p>
            <a:pPr marL="0" indent="0">
              <a:buNone/>
            </a:pPr>
            <a:r>
              <a:rPr lang="ja" dirty="0">
                <a:latin typeface="Meiryo"/>
                <a:ea typeface="Meiryo"/>
                <a:cs typeface="Meiryo"/>
                <a:sym typeface="Meiryo"/>
              </a:rPr>
              <a:t>・</a:t>
            </a:r>
            <a:r>
              <a:rPr lang="ja-JP" altLang="en-US" dirty="0">
                <a:latin typeface="Meiryo"/>
                <a:ea typeface="Meiryo"/>
                <a:cs typeface="Meiryo"/>
                <a:sym typeface="Meiryo"/>
              </a:rPr>
              <a:t>制限時間：</a:t>
            </a:r>
            <a:r>
              <a:rPr lang="en-US" altLang="ja-JP" dirty="0">
                <a:latin typeface="Meiryo"/>
                <a:ea typeface="Meiryo"/>
                <a:cs typeface="Meiryo"/>
                <a:sym typeface="Meiryo"/>
              </a:rPr>
              <a:t>5</a:t>
            </a:r>
            <a:r>
              <a:rPr lang="ja-JP" altLang="en-US" dirty="0">
                <a:latin typeface="Meiryo"/>
                <a:ea typeface="Meiryo"/>
                <a:cs typeface="Meiryo"/>
                <a:sym typeface="Meiryo"/>
              </a:rPr>
              <a:t>分</a:t>
            </a:r>
            <a:endParaRPr lang="en-US" altLang="ja-JP" dirty="0">
              <a:latin typeface="Meiryo"/>
              <a:ea typeface="Meiryo"/>
              <a:cs typeface="Meiryo"/>
              <a:sym typeface="Meiryo"/>
            </a:endParaRPr>
          </a:p>
          <a:p>
            <a:pPr marL="0" indent="0">
              <a:buNone/>
            </a:pPr>
            <a:r>
              <a:rPr lang="ja-JP" altLang="en-US" dirty="0">
                <a:latin typeface="Meiryo"/>
                <a:ea typeface="Meiryo"/>
                <a:cs typeface="Meiryo"/>
                <a:sym typeface="Meiryo"/>
              </a:rPr>
              <a:t>・レベル</a:t>
            </a:r>
            <a:r>
              <a:rPr lang="en-US" altLang="ja-JP" dirty="0">
                <a:latin typeface="Meiryo"/>
                <a:ea typeface="Meiryo"/>
                <a:cs typeface="Meiryo"/>
                <a:sym typeface="Meiryo"/>
              </a:rPr>
              <a:t>1</a:t>
            </a:r>
            <a:r>
              <a:rPr lang="ja-JP" altLang="en-US" dirty="0">
                <a:latin typeface="Meiryo"/>
                <a:ea typeface="Meiryo"/>
                <a:cs typeface="Meiryo"/>
                <a:sym typeface="Meiryo"/>
              </a:rPr>
              <a:t>の嘘情報を削除：＋</a:t>
            </a:r>
            <a:r>
              <a:rPr lang="en-US" altLang="ja-JP" dirty="0">
                <a:latin typeface="Meiryo"/>
                <a:ea typeface="Meiryo"/>
                <a:cs typeface="Meiryo"/>
                <a:sym typeface="Meiryo"/>
              </a:rPr>
              <a:t>1</a:t>
            </a:r>
            <a:r>
              <a:rPr lang="ja-JP" altLang="en-US" dirty="0">
                <a:latin typeface="Meiryo"/>
                <a:ea typeface="Meiryo"/>
                <a:cs typeface="Meiryo"/>
                <a:sym typeface="Meiryo"/>
              </a:rPr>
              <a:t>点</a:t>
            </a:r>
            <a:endParaRPr lang="en-US" altLang="ja-JP" dirty="0">
              <a:latin typeface="Meiryo"/>
              <a:ea typeface="Meiryo"/>
              <a:cs typeface="Meiryo"/>
              <a:sym typeface="Meiryo"/>
            </a:endParaRPr>
          </a:p>
          <a:p>
            <a:pPr marL="0" indent="0">
              <a:buNone/>
            </a:pPr>
            <a:r>
              <a:rPr lang="ja-JP" altLang="en-US" dirty="0">
                <a:latin typeface="Meiryo"/>
                <a:ea typeface="Meiryo"/>
                <a:cs typeface="Meiryo"/>
                <a:sym typeface="Meiryo"/>
              </a:rPr>
              <a:t>・レベル</a:t>
            </a:r>
            <a:r>
              <a:rPr lang="en-US" altLang="ja-JP" dirty="0">
                <a:latin typeface="Meiryo"/>
                <a:ea typeface="Meiryo"/>
                <a:cs typeface="Meiryo"/>
                <a:sym typeface="Meiryo"/>
              </a:rPr>
              <a:t>2</a:t>
            </a:r>
            <a:r>
              <a:rPr lang="ja-JP" altLang="en-US" dirty="0">
                <a:latin typeface="Meiryo"/>
                <a:ea typeface="Meiryo"/>
                <a:cs typeface="Meiryo"/>
                <a:sym typeface="Meiryo"/>
              </a:rPr>
              <a:t>の嘘情報を削除：＋</a:t>
            </a:r>
            <a:r>
              <a:rPr lang="en-US" altLang="ja-JP" dirty="0">
                <a:latin typeface="Meiryo"/>
                <a:ea typeface="Meiryo"/>
                <a:cs typeface="Meiryo"/>
                <a:sym typeface="Meiryo"/>
              </a:rPr>
              <a:t>2</a:t>
            </a:r>
            <a:r>
              <a:rPr lang="ja-JP" altLang="en-US" dirty="0">
                <a:latin typeface="Meiryo"/>
                <a:ea typeface="Meiryo"/>
                <a:cs typeface="Meiryo"/>
                <a:sym typeface="Meiryo"/>
              </a:rPr>
              <a:t>点</a:t>
            </a:r>
            <a:endParaRPr lang="en-US" altLang="ja-JP" dirty="0">
              <a:latin typeface="Meiryo"/>
              <a:ea typeface="Meiryo"/>
              <a:cs typeface="Meiryo"/>
              <a:sym typeface="Meiryo"/>
            </a:endParaRPr>
          </a:p>
          <a:p>
            <a:pPr marL="0" indent="0">
              <a:buNone/>
            </a:pPr>
            <a:r>
              <a:rPr lang="ja-JP" altLang="en-US" dirty="0">
                <a:latin typeface="Meiryo"/>
                <a:ea typeface="Meiryo"/>
                <a:cs typeface="Meiryo"/>
                <a:sym typeface="Meiryo"/>
              </a:rPr>
              <a:t>・レベル</a:t>
            </a:r>
            <a:r>
              <a:rPr lang="en-US" altLang="ja-JP" dirty="0">
                <a:latin typeface="Meiryo"/>
                <a:ea typeface="Meiryo"/>
                <a:cs typeface="Meiryo"/>
                <a:sym typeface="Meiryo"/>
              </a:rPr>
              <a:t>3</a:t>
            </a:r>
            <a:r>
              <a:rPr lang="ja-JP" altLang="en-US" dirty="0">
                <a:latin typeface="Meiryo"/>
                <a:ea typeface="Meiryo"/>
                <a:cs typeface="Meiryo"/>
                <a:sym typeface="Meiryo"/>
              </a:rPr>
              <a:t>の嘘情報を削除：＋</a:t>
            </a:r>
            <a:r>
              <a:rPr lang="en-US" altLang="ja-JP" dirty="0">
                <a:latin typeface="Meiryo"/>
                <a:ea typeface="Meiryo"/>
                <a:cs typeface="Meiryo"/>
                <a:sym typeface="Meiryo"/>
              </a:rPr>
              <a:t>3</a:t>
            </a:r>
            <a:r>
              <a:rPr lang="ja-JP" altLang="en-US" dirty="0">
                <a:latin typeface="Meiryo"/>
                <a:ea typeface="Meiryo"/>
                <a:cs typeface="Meiryo"/>
                <a:sym typeface="Meiryo"/>
              </a:rPr>
              <a:t>点</a:t>
            </a:r>
            <a:endParaRPr lang="en-US" altLang="ja-JP" dirty="0">
              <a:latin typeface="Meiryo"/>
              <a:ea typeface="Meiryo"/>
              <a:cs typeface="Meiryo"/>
              <a:sym typeface="Meiryo"/>
            </a:endParaRPr>
          </a:p>
          <a:p>
            <a:pPr marL="0" indent="0">
              <a:buNone/>
            </a:pPr>
            <a:r>
              <a:rPr lang="ja-JP" altLang="en-US" dirty="0">
                <a:latin typeface="Meiryo"/>
                <a:ea typeface="Meiryo"/>
                <a:cs typeface="Meiryo"/>
                <a:sym typeface="Meiryo"/>
              </a:rPr>
              <a:t>・真情報を誤って削除：難易度に応じて－</a:t>
            </a:r>
            <a:r>
              <a:rPr lang="en-US" altLang="ja-JP" dirty="0">
                <a:latin typeface="Meiryo"/>
                <a:ea typeface="Meiryo"/>
                <a:cs typeface="Meiryo"/>
                <a:sym typeface="Meiryo"/>
              </a:rPr>
              <a:t>1</a:t>
            </a:r>
            <a:r>
              <a:rPr lang="ja-JP" altLang="en-US" dirty="0">
                <a:latin typeface="Meiryo"/>
                <a:ea typeface="Meiryo"/>
                <a:cs typeface="Meiryo"/>
                <a:sym typeface="Meiryo"/>
              </a:rPr>
              <a:t>～－</a:t>
            </a:r>
            <a:r>
              <a:rPr lang="en-US" altLang="ja-JP" dirty="0">
                <a:latin typeface="Meiryo"/>
                <a:ea typeface="Meiryo"/>
                <a:cs typeface="Meiryo"/>
                <a:sym typeface="Meiryo"/>
              </a:rPr>
              <a:t>3</a:t>
            </a:r>
            <a:r>
              <a:rPr lang="ja-JP" altLang="en-US" dirty="0">
                <a:latin typeface="Meiryo"/>
                <a:ea typeface="Meiryo"/>
                <a:cs typeface="Meiryo"/>
                <a:sym typeface="Meiryo"/>
              </a:rPr>
              <a:t>点</a:t>
            </a:r>
            <a:endParaRPr lang="en-US" altLang="ja-JP" dirty="0">
              <a:latin typeface="Meiryo"/>
              <a:ea typeface="Meiryo"/>
              <a:cs typeface="Meiryo"/>
              <a:sym typeface="Meiryo"/>
            </a:endParaRPr>
          </a:p>
          <a:p>
            <a:pPr marL="0" indent="0">
              <a:buNone/>
            </a:pPr>
            <a:r>
              <a:rPr lang="ja-JP" altLang="en-US" dirty="0">
                <a:latin typeface="Meiryo"/>
                <a:ea typeface="Meiryo"/>
                <a:sym typeface="Meiryo"/>
              </a:rPr>
              <a:t>・真情報を正しく判定：</a:t>
            </a:r>
            <a:r>
              <a:rPr lang="en-US" altLang="ja-JP" dirty="0">
                <a:latin typeface="Meiryo"/>
                <a:ea typeface="Meiryo"/>
                <a:sym typeface="Meiryo"/>
              </a:rPr>
              <a:t>0</a:t>
            </a:r>
            <a:r>
              <a:rPr lang="ja-JP" altLang="en-US" dirty="0">
                <a:latin typeface="Meiryo"/>
                <a:ea typeface="Meiryo"/>
                <a:sym typeface="Meiryo"/>
              </a:rPr>
              <a:t>点（加点・減点なし）</a:t>
            </a:r>
            <a:endParaRPr lang="en-US" altLang="ja-JP" dirty="0">
              <a:latin typeface="Meiryo"/>
              <a:ea typeface="Meiryo"/>
              <a:sym typeface="Meiryo"/>
            </a:endParaRPr>
          </a:p>
          <a:p>
            <a:pPr marL="0" indent="0">
              <a:buNone/>
            </a:pPr>
            <a:r>
              <a:rPr lang="ja-JP" altLang="en-US" dirty="0">
                <a:latin typeface="Meiryo"/>
                <a:ea typeface="Meiryo"/>
                <a:sym typeface="Meiryo"/>
              </a:rPr>
              <a:t>・嘘情報を見逃す：</a:t>
            </a:r>
            <a:r>
              <a:rPr lang="en-US" altLang="ja-JP" dirty="0">
                <a:latin typeface="Meiryo"/>
                <a:ea typeface="Meiryo"/>
                <a:sym typeface="Meiryo"/>
              </a:rPr>
              <a:t>0</a:t>
            </a:r>
            <a:r>
              <a:rPr lang="ja-JP" altLang="en-US" dirty="0">
                <a:latin typeface="Meiryo"/>
                <a:ea typeface="Meiryo"/>
                <a:sym typeface="Meiryo"/>
              </a:rPr>
              <a:t>点（減点なし）</a:t>
            </a:r>
            <a:endParaRPr lang="en-US" altLang="ja-JP" dirty="0">
              <a:latin typeface="Meiryo"/>
              <a:ea typeface="Meiryo"/>
              <a:sym typeface="Meiryo"/>
            </a:endParaRPr>
          </a:p>
          <a:p>
            <a:pPr marL="0" indent="0">
              <a:buNone/>
            </a:pPr>
            <a:r>
              <a:rPr lang="en-US" altLang="ja-JP" b="1" dirty="0">
                <a:latin typeface="Meiryo"/>
                <a:ea typeface="Meiryo"/>
                <a:sym typeface="Meiryo"/>
              </a:rPr>
              <a:t>※</a:t>
            </a:r>
            <a:r>
              <a:rPr lang="ja-JP" altLang="en-US" b="1" dirty="0">
                <a:latin typeface="Meiryo"/>
                <a:ea typeface="Meiryo"/>
                <a:sym typeface="Meiryo"/>
              </a:rPr>
              <a:t>のちに変更する可能性アリ</a:t>
            </a:r>
            <a:endParaRPr lang="ja-JP" altLang="en-US"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7781805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3"/>
          <p:cNvSpPr txBox="1">
            <a:spLocks noGrp="1"/>
          </p:cNvSpPr>
          <p:nvPr>
            <p:ph type="title"/>
          </p:nvPr>
        </p:nvSpPr>
        <p:spPr>
          <a:xfrm>
            <a:off x="484566" y="339550"/>
            <a:ext cx="6787500" cy="637500"/>
          </a:xfrm>
          <a:prstGeom prst="rect">
            <a:avLst/>
          </a:prstGeom>
        </p:spPr>
        <p:txBody>
          <a:bodyPr spcFirstLastPara="1" wrap="square" lIns="68575" tIns="34275" rIns="68575" bIns="34275" anchor="t" anchorCtr="0">
            <a:noAutofit/>
          </a:bodyPr>
          <a:lstStyle/>
          <a:p>
            <a:pPr marL="0" lvl="0" indent="0" algn="l" rtl="0">
              <a:spcBef>
                <a:spcPts val="0"/>
              </a:spcBef>
              <a:spcAft>
                <a:spcPts val="0"/>
              </a:spcAft>
              <a:buNone/>
            </a:pPr>
            <a:r>
              <a:rPr lang="ja" dirty="0">
                <a:latin typeface="Meiryo"/>
                <a:ea typeface="Meiryo"/>
                <a:cs typeface="Meiryo"/>
                <a:sym typeface="Meiryo"/>
              </a:rPr>
              <a:t>・</a:t>
            </a:r>
            <a:r>
              <a:rPr lang="ja-JP" altLang="en-US" dirty="0">
                <a:latin typeface="Meiryo"/>
                <a:ea typeface="Meiryo"/>
                <a:cs typeface="Meiryo"/>
                <a:sym typeface="Meiryo"/>
              </a:rPr>
              <a:t>強化システム①</a:t>
            </a:r>
            <a:endParaRPr dirty="0">
              <a:latin typeface="Meiryo"/>
              <a:ea typeface="Meiryo"/>
              <a:cs typeface="Meiryo"/>
              <a:sym typeface="Meiryo"/>
            </a:endParaRPr>
          </a:p>
        </p:txBody>
      </p:sp>
      <p:sp>
        <p:nvSpPr>
          <p:cNvPr id="132" name="Google Shape;132;p23"/>
          <p:cNvSpPr txBox="1">
            <a:spLocks noGrp="1"/>
          </p:cNvSpPr>
          <p:nvPr>
            <p:ph type="body" idx="1"/>
          </p:nvPr>
        </p:nvSpPr>
        <p:spPr>
          <a:xfrm>
            <a:off x="552150" y="1073125"/>
            <a:ext cx="8039700" cy="3655500"/>
          </a:xfrm>
          <a:prstGeom prst="rect">
            <a:avLst/>
          </a:prstGeom>
        </p:spPr>
        <p:txBody>
          <a:bodyPr spcFirstLastPara="1" wrap="square" lIns="68575" tIns="34275" rIns="68575" bIns="34275" anchor="t" anchorCtr="0">
            <a:noAutofit/>
          </a:bodyPr>
          <a:lstStyle/>
          <a:p>
            <a:pPr marL="0" indent="0">
              <a:buNone/>
            </a:pPr>
            <a:r>
              <a:rPr lang="ja-JP" altLang="en-US" dirty="0">
                <a:latin typeface="Meiryo"/>
                <a:ea typeface="Meiryo"/>
                <a:cs typeface="Meiryo"/>
                <a:sym typeface="Meiryo"/>
              </a:rPr>
              <a:t>記憶容量の拡張</a:t>
            </a:r>
            <a:endParaRPr lang="en-US" altLang="ja-JP" dirty="0">
              <a:latin typeface="Meiryo"/>
              <a:ea typeface="Meiryo"/>
              <a:cs typeface="Meiryo"/>
              <a:sym typeface="Meiryo"/>
            </a:endParaRPr>
          </a:p>
          <a:p>
            <a:pPr marL="0" indent="0">
              <a:buNone/>
            </a:pPr>
            <a:r>
              <a:rPr lang="ja-JP" altLang="en-US" dirty="0">
                <a:latin typeface="メイリオ" panose="020B0604030504040204" pitchFamily="50" charset="-128"/>
                <a:ea typeface="メイリオ" panose="020B0604030504040204" pitchFamily="50" charset="-128"/>
              </a:rPr>
              <a:t>・初期の記憶容量：</a:t>
            </a:r>
            <a:r>
              <a:rPr lang="en-US" altLang="ja-JP" dirty="0">
                <a:latin typeface="メイリオ" panose="020B0604030504040204" pitchFamily="50" charset="-128"/>
                <a:ea typeface="メイリオ" panose="020B0604030504040204" pitchFamily="50" charset="-128"/>
              </a:rPr>
              <a:t>3</a:t>
            </a:r>
            <a:r>
              <a:rPr lang="ja-JP" altLang="en-US" dirty="0">
                <a:latin typeface="メイリオ" panose="020B0604030504040204" pitchFamily="50" charset="-128"/>
                <a:ea typeface="メイリオ" panose="020B0604030504040204" pitchFamily="50" charset="-128"/>
              </a:rPr>
              <a:t>件</a:t>
            </a:r>
            <a:endParaRPr lang="en-US" altLang="ja-JP" dirty="0">
              <a:latin typeface="メイリオ" panose="020B0604030504040204" pitchFamily="50" charset="-128"/>
              <a:ea typeface="メイリオ" panose="020B0604030504040204" pitchFamily="50" charset="-128"/>
            </a:endParaRPr>
          </a:p>
          <a:p>
            <a:pPr marL="0" indent="0">
              <a:buNone/>
            </a:pPr>
            <a:r>
              <a:rPr lang="ja-JP" altLang="en-US" dirty="0">
                <a:latin typeface="メイリオ" panose="020B0604030504040204" pitchFamily="50" charset="-128"/>
                <a:ea typeface="メイリオ" panose="020B0604030504040204" pitchFamily="50" charset="-128"/>
              </a:rPr>
              <a:t>・強化コスト：</a:t>
            </a:r>
            <a:r>
              <a:rPr lang="en-US" altLang="ja-JP" dirty="0">
                <a:latin typeface="メイリオ" panose="020B0604030504040204" pitchFamily="50" charset="-128"/>
                <a:ea typeface="メイリオ" panose="020B0604030504040204" pitchFamily="50" charset="-128"/>
              </a:rPr>
              <a:t>15</a:t>
            </a:r>
            <a:r>
              <a:rPr lang="ja-JP" altLang="en-US" dirty="0">
                <a:latin typeface="メイリオ" panose="020B0604030504040204" pitchFamily="50" charset="-128"/>
                <a:ea typeface="メイリオ" panose="020B0604030504040204" pitchFamily="50" charset="-128"/>
              </a:rPr>
              <a:t>ポイント</a:t>
            </a:r>
            <a:endParaRPr lang="en-US" altLang="ja-JP" dirty="0">
              <a:latin typeface="メイリオ" panose="020B0604030504040204" pitchFamily="50" charset="-128"/>
              <a:ea typeface="メイリオ" panose="020B0604030504040204" pitchFamily="50" charset="-128"/>
            </a:endParaRPr>
          </a:p>
          <a:p>
            <a:pPr marL="0" indent="0">
              <a:buNone/>
            </a:pPr>
            <a:r>
              <a:rPr lang="ja-JP" altLang="en-US" dirty="0">
                <a:latin typeface="メイリオ" panose="020B0604030504040204" pitchFamily="50" charset="-128"/>
                <a:ea typeface="メイリオ" panose="020B0604030504040204" pitchFamily="50" charset="-128"/>
              </a:rPr>
              <a:t>・強化効果：記憶容量が</a:t>
            </a:r>
            <a:r>
              <a:rPr lang="en-US" altLang="ja-JP" dirty="0">
                <a:latin typeface="メイリオ" panose="020B0604030504040204" pitchFamily="50" charset="-128"/>
                <a:ea typeface="メイリオ" panose="020B0604030504040204" pitchFamily="50" charset="-128"/>
              </a:rPr>
              <a:t>1</a:t>
            </a:r>
            <a:r>
              <a:rPr lang="ja-JP" altLang="en-US" dirty="0">
                <a:latin typeface="メイリオ" panose="020B0604030504040204" pitchFamily="50" charset="-128"/>
                <a:ea typeface="メイリオ" panose="020B0604030504040204" pitchFamily="50" charset="-128"/>
              </a:rPr>
              <a:t>件増加</a:t>
            </a:r>
            <a:endParaRPr lang="en-US" altLang="ja-JP" dirty="0">
              <a:latin typeface="メイリオ" panose="020B0604030504040204" pitchFamily="50" charset="-128"/>
              <a:ea typeface="メイリオ" panose="020B0604030504040204" pitchFamily="50" charset="-128"/>
            </a:endParaRPr>
          </a:p>
          <a:p>
            <a:pPr marL="0" indent="0">
              <a:buNone/>
            </a:pPr>
            <a:r>
              <a:rPr lang="ja-JP" altLang="en-US" dirty="0">
                <a:latin typeface="メイリオ" panose="020B0604030504040204" pitchFamily="50" charset="-128"/>
                <a:ea typeface="メイリオ" panose="020B0604030504040204" pitchFamily="50" charset="-128"/>
              </a:rPr>
              <a:t>・最大記憶容量：</a:t>
            </a:r>
            <a:r>
              <a:rPr lang="en-US" altLang="ja-JP" dirty="0">
                <a:latin typeface="メイリオ" panose="020B0604030504040204" pitchFamily="50" charset="-128"/>
                <a:ea typeface="メイリオ" panose="020B0604030504040204" pitchFamily="50" charset="-128"/>
              </a:rPr>
              <a:t>6</a:t>
            </a:r>
            <a:r>
              <a:rPr lang="ja-JP" altLang="en-US" dirty="0">
                <a:latin typeface="メイリオ" panose="020B0604030504040204" pitchFamily="50" charset="-128"/>
                <a:ea typeface="メイリオ" panose="020B0604030504040204" pitchFamily="50" charset="-128"/>
              </a:rPr>
              <a:t>件</a:t>
            </a:r>
            <a:endParaRPr lang="en-US" altLang="ja-JP" dirty="0">
              <a:latin typeface="メイリオ" panose="020B0604030504040204" pitchFamily="50" charset="-128"/>
              <a:ea typeface="メイリオ" panose="020B0604030504040204" pitchFamily="50" charset="-128"/>
            </a:endParaRPr>
          </a:p>
          <a:p>
            <a:pPr marL="0" indent="0">
              <a:buNone/>
            </a:pPr>
            <a:r>
              <a:rPr lang="ja-JP" altLang="en-US" dirty="0">
                <a:latin typeface="メイリオ" panose="020B0604030504040204" pitchFamily="50" charset="-128"/>
                <a:ea typeface="メイリオ" panose="020B0604030504040204" pitchFamily="50" charset="-128"/>
              </a:rPr>
              <a:t>・</a:t>
            </a:r>
            <a:r>
              <a:rPr lang="en-US" altLang="ja-JP" dirty="0">
                <a:latin typeface="メイリオ" panose="020B0604030504040204" pitchFamily="50" charset="-128"/>
                <a:ea typeface="メイリオ" panose="020B0604030504040204" pitchFamily="50" charset="-128"/>
              </a:rPr>
              <a:t>15</a:t>
            </a:r>
            <a:r>
              <a:rPr lang="ja-JP" altLang="en-US" dirty="0">
                <a:latin typeface="メイリオ" panose="020B0604030504040204" pitchFamily="50" charset="-128"/>
                <a:ea typeface="メイリオ" panose="020B0604030504040204" pitchFamily="50" charset="-128"/>
              </a:rPr>
              <a:t>ポイントを消費するごとに、政府から提供される正しい情報を記憶できる容量が</a:t>
            </a:r>
            <a:r>
              <a:rPr lang="en-US" altLang="ja-JP" dirty="0">
                <a:latin typeface="メイリオ" panose="020B0604030504040204" pitchFamily="50" charset="-128"/>
                <a:ea typeface="メイリオ" panose="020B0604030504040204" pitchFamily="50" charset="-128"/>
              </a:rPr>
              <a:t>1</a:t>
            </a:r>
            <a:r>
              <a:rPr lang="ja-JP" altLang="en-US" dirty="0">
                <a:latin typeface="メイリオ" panose="020B0604030504040204" pitchFamily="50" charset="-128"/>
                <a:ea typeface="メイリオ" panose="020B0604030504040204" pitchFamily="50" charset="-128"/>
              </a:rPr>
              <a:t>件増加する。記憶容量を増やすことで、情報の真偽を判断するための手掛かりを増やすことができる。</a:t>
            </a:r>
            <a:endParaRPr lang="en-US" altLang="ja-JP" dirty="0">
              <a:latin typeface="メイリオ" panose="020B0604030504040204" pitchFamily="50" charset="-128"/>
              <a:ea typeface="メイリオ" panose="020B0604030504040204" pitchFamily="50" charset="-128"/>
            </a:endParaRPr>
          </a:p>
          <a:p>
            <a:pPr marL="0" indent="0">
              <a:buNone/>
            </a:pPr>
            <a:r>
              <a:rPr lang="en-US" altLang="ja-JP" b="1" dirty="0">
                <a:latin typeface="Meiryo"/>
                <a:ea typeface="Meiryo"/>
                <a:sym typeface="Meiryo"/>
              </a:rPr>
              <a:t>※</a:t>
            </a:r>
            <a:r>
              <a:rPr lang="ja-JP" altLang="en-US" b="1" dirty="0">
                <a:latin typeface="Meiryo"/>
                <a:ea typeface="Meiryo"/>
                <a:sym typeface="Meiryo"/>
              </a:rPr>
              <a:t>のちに変更する可能性アリ</a:t>
            </a:r>
            <a:endParaRPr lang="ja-JP" altLang="en-US"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8369174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3"/>
          <p:cNvSpPr txBox="1">
            <a:spLocks noGrp="1"/>
          </p:cNvSpPr>
          <p:nvPr>
            <p:ph type="title"/>
          </p:nvPr>
        </p:nvSpPr>
        <p:spPr>
          <a:xfrm>
            <a:off x="484566" y="339550"/>
            <a:ext cx="6787500" cy="637500"/>
          </a:xfrm>
          <a:prstGeom prst="rect">
            <a:avLst/>
          </a:prstGeom>
        </p:spPr>
        <p:txBody>
          <a:bodyPr spcFirstLastPara="1" wrap="square" lIns="68575" tIns="34275" rIns="68575" bIns="34275" anchor="t" anchorCtr="0">
            <a:noAutofit/>
          </a:bodyPr>
          <a:lstStyle/>
          <a:p>
            <a:pPr marL="0" lvl="0" indent="0" algn="l" rtl="0">
              <a:spcBef>
                <a:spcPts val="0"/>
              </a:spcBef>
              <a:spcAft>
                <a:spcPts val="0"/>
              </a:spcAft>
              <a:buNone/>
            </a:pPr>
            <a:r>
              <a:rPr lang="ja" dirty="0">
                <a:latin typeface="Meiryo"/>
                <a:ea typeface="Meiryo"/>
                <a:cs typeface="Meiryo"/>
                <a:sym typeface="Meiryo"/>
              </a:rPr>
              <a:t>・</a:t>
            </a:r>
            <a:r>
              <a:rPr lang="ja-JP" altLang="en-US" dirty="0">
                <a:latin typeface="Meiryo"/>
                <a:ea typeface="Meiryo"/>
                <a:cs typeface="Meiryo"/>
                <a:sym typeface="Meiryo"/>
              </a:rPr>
              <a:t>強化システム②</a:t>
            </a:r>
            <a:endParaRPr dirty="0">
              <a:latin typeface="Meiryo"/>
              <a:ea typeface="Meiryo"/>
              <a:cs typeface="Meiryo"/>
              <a:sym typeface="Meiryo"/>
            </a:endParaRPr>
          </a:p>
        </p:txBody>
      </p:sp>
      <p:sp>
        <p:nvSpPr>
          <p:cNvPr id="132" name="Google Shape;132;p23"/>
          <p:cNvSpPr txBox="1">
            <a:spLocks noGrp="1"/>
          </p:cNvSpPr>
          <p:nvPr>
            <p:ph type="body" idx="1"/>
          </p:nvPr>
        </p:nvSpPr>
        <p:spPr>
          <a:xfrm>
            <a:off x="552150" y="1073125"/>
            <a:ext cx="8039700" cy="3655500"/>
          </a:xfrm>
          <a:prstGeom prst="rect">
            <a:avLst/>
          </a:prstGeom>
        </p:spPr>
        <p:txBody>
          <a:bodyPr spcFirstLastPara="1" wrap="square" lIns="68575" tIns="34275" rIns="68575" bIns="34275" anchor="t" anchorCtr="0">
            <a:noAutofit/>
          </a:bodyPr>
          <a:lstStyle/>
          <a:p>
            <a:pPr marL="0" indent="0">
              <a:buNone/>
            </a:pPr>
            <a:r>
              <a:rPr lang="ja-JP" altLang="en-US" dirty="0">
                <a:latin typeface="Meiryo"/>
                <a:ea typeface="Meiryo"/>
                <a:cs typeface="Meiryo"/>
                <a:sym typeface="Meiryo"/>
              </a:rPr>
              <a:t>情報の読み込み速度</a:t>
            </a:r>
            <a:endParaRPr lang="en-US" altLang="ja-JP" dirty="0">
              <a:latin typeface="Meiryo"/>
              <a:ea typeface="Meiryo"/>
              <a:cs typeface="Meiryo"/>
              <a:sym typeface="Meiryo"/>
            </a:endParaRPr>
          </a:p>
          <a:p>
            <a:pPr marL="0" indent="0">
              <a:buNone/>
            </a:pPr>
            <a:r>
              <a:rPr lang="ja-JP" altLang="en-US" dirty="0">
                <a:latin typeface="Meiryo"/>
                <a:ea typeface="Meiryo"/>
                <a:sym typeface="Meiryo"/>
              </a:rPr>
              <a:t>・初期状態：</a:t>
            </a:r>
            <a:r>
              <a:rPr lang="en-US" altLang="ja-JP" dirty="0">
                <a:latin typeface="Meiryo"/>
                <a:ea typeface="Meiryo"/>
                <a:sym typeface="Meiryo"/>
              </a:rPr>
              <a:t>3</a:t>
            </a:r>
            <a:r>
              <a:rPr lang="ja-JP" altLang="en-US" dirty="0">
                <a:latin typeface="Meiryo"/>
                <a:ea typeface="Meiryo"/>
                <a:sym typeface="Meiryo"/>
              </a:rPr>
              <a:t>秒</a:t>
            </a:r>
            <a:endParaRPr lang="en-US" altLang="ja-JP" dirty="0">
              <a:latin typeface="Meiryo"/>
              <a:ea typeface="Meiryo"/>
              <a:sym typeface="Meiryo"/>
            </a:endParaRPr>
          </a:p>
          <a:p>
            <a:pPr marL="0" indent="0">
              <a:buNone/>
            </a:pPr>
            <a:r>
              <a:rPr lang="ja-JP" altLang="en-US" dirty="0">
                <a:latin typeface="Meiryo"/>
                <a:ea typeface="Meiryo"/>
                <a:sym typeface="Meiryo"/>
              </a:rPr>
              <a:t>・</a:t>
            </a:r>
            <a:r>
              <a:rPr lang="en-US" altLang="ja-JP" dirty="0">
                <a:latin typeface="Meiryo"/>
                <a:ea typeface="Meiryo"/>
                <a:sym typeface="Meiryo"/>
              </a:rPr>
              <a:t>7</a:t>
            </a:r>
            <a:r>
              <a:rPr lang="ja-JP" altLang="en-US" dirty="0">
                <a:latin typeface="Meiryo"/>
                <a:ea typeface="Meiryo"/>
                <a:sym typeface="Meiryo"/>
              </a:rPr>
              <a:t>ポイント消費：</a:t>
            </a:r>
            <a:r>
              <a:rPr lang="en-US" altLang="ja-JP" dirty="0">
                <a:latin typeface="Meiryo"/>
                <a:ea typeface="Meiryo"/>
                <a:sym typeface="Meiryo"/>
              </a:rPr>
              <a:t>2</a:t>
            </a:r>
            <a:r>
              <a:rPr lang="ja-JP" altLang="en-US" dirty="0">
                <a:latin typeface="Meiryo"/>
                <a:ea typeface="Meiryo"/>
                <a:sym typeface="Meiryo"/>
              </a:rPr>
              <a:t>秒</a:t>
            </a:r>
            <a:endParaRPr lang="en-US" altLang="ja-JP" dirty="0">
              <a:latin typeface="Meiryo"/>
              <a:ea typeface="Meiryo"/>
              <a:sym typeface="Meiryo"/>
            </a:endParaRPr>
          </a:p>
          <a:p>
            <a:pPr marL="0" indent="0">
              <a:buNone/>
            </a:pPr>
            <a:r>
              <a:rPr lang="ja-JP" altLang="en-US" dirty="0">
                <a:latin typeface="Meiryo"/>
                <a:ea typeface="Meiryo"/>
                <a:sym typeface="Meiryo"/>
              </a:rPr>
              <a:t>・</a:t>
            </a:r>
            <a:r>
              <a:rPr lang="en-US" altLang="ja-JP" dirty="0">
                <a:latin typeface="Meiryo"/>
                <a:ea typeface="Meiryo"/>
                <a:sym typeface="Meiryo"/>
              </a:rPr>
              <a:t>10</a:t>
            </a:r>
            <a:r>
              <a:rPr lang="ja-JP" altLang="en-US" dirty="0">
                <a:latin typeface="Meiryo"/>
                <a:ea typeface="Meiryo"/>
                <a:sym typeface="Meiryo"/>
              </a:rPr>
              <a:t>ポイント消費：</a:t>
            </a:r>
            <a:r>
              <a:rPr lang="en-US" altLang="ja-JP" dirty="0">
                <a:latin typeface="Meiryo"/>
                <a:ea typeface="Meiryo"/>
                <a:sym typeface="Meiryo"/>
              </a:rPr>
              <a:t>1</a:t>
            </a:r>
            <a:r>
              <a:rPr lang="ja-JP" altLang="en-US" dirty="0">
                <a:latin typeface="Meiryo"/>
                <a:ea typeface="Meiryo"/>
                <a:sym typeface="Meiryo"/>
              </a:rPr>
              <a:t>秒</a:t>
            </a:r>
            <a:endParaRPr lang="en-US" altLang="ja-JP" dirty="0">
              <a:latin typeface="Meiryo"/>
              <a:ea typeface="Meiryo"/>
              <a:sym typeface="Meiryo"/>
            </a:endParaRPr>
          </a:p>
          <a:p>
            <a:pPr marL="0" indent="0">
              <a:buNone/>
            </a:pPr>
            <a:r>
              <a:rPr lang="ja-JP" altLang="en-US" dirty="0">
                <a:latin typeface="メイリオ" panose="020B0604030504040204" pitchFamily="50" charset="-128"/>
                <a:ea typeface="メイリオ" panose="020B0604030504040204" pitchFamily="50" charset="-128"/>
              </a:rPr>
              <a:t>・ポイントを消費することで、情報の読み込みに必要な時間を短縮できる。読み込み速度を強化することで、制限時間内により多くの情報を確認し、判定できるようになる。</a:t>
            </a:r>
            <a:endParaRPr lang="en-US" altLang="ja-JP" dirty="0">
              <a:latin typeface="メイリオ" panose="020B0604030504040204" pitchFamily="50" charset="-128"/>
              <a:ea typeface="メイリオ" panose="020B0604030504040204" pitchFamily="50" charset="-128"/>
            </a:endParaRPr>
          </a:p>
          <a:p>
            <a:pPr marL="0" indent="0">
              <a:buNone/>
            </a:pPr>
            <a:r>
              <a:rPr lang="en-US" altLang="ja-JP" b="1" dirty="0">
                <a:latin typeface="Meiryo"/>
                <a:ea typeface="Meiryo"/>
                <a:sym typeface="Meiryo"/>
              </a:rPr>
              <a:t>※</a:t>
            </a:r>
            <a:r>
              <a:rPr lang="ja-JP" altLang="en-US" b="1" dirty="0">
                <a:latin typeface="Meiryo"/>
                <a:ea typeface="Meiryo"/>
                <a:sym typeface="Meiryo"/>
              </a:rPr>
              <a:t>のちに変更する可能性アリ</a:t>
            </a:r>
            <a:endParaRPr lang="ja-JP" altLang="en-US"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8569363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28"/>
          <p:cNvSpPr txBox="1">
            <a:spLocks noGrp="1"/>
          </p:cNvSpPr>
          <p:nvPr>
            <p:ph type="title"/>
          </p:nvPr>
        </p:nvSpPr>
        <p:spPr>
          <a:xfrm>
            <a:off x="484566" y="339550"/>
            <a:ext cx="6787500" cy="637500"/>
          </a:xfrm>
          <a:prstGeom prst="rect">
            <a:avLst/>
          </a:prstGeom>
        </p:spPr>
        <p:txBody>
          <a:bodyPr spcFirstLastPara="1" wrap="square" lIns="68575" tIns="34275" rIns="68575" bIns="34275" anchor="t" anchorCtr="0">
            <a:noAutofit/>
          </a:bodyPr>
          <a:lstStyle/>
          <a:p>
            <a:pPr marL="0" lvl="0" indent="0" algn="l" rtl="0">
              <a:spcBef>
                <a:spcPts val="0"/>
              </a:spcBef>
              <a:spcAft>
                <a:spcPts val="0"/>
              </a:spcAft>
              <a:buNone/>
            </a:pPr>
            <a:r>
              <a:rPr lang="ja" dirty="0">
                <a:latin typeface="Meiryo"/>
                <a:ea typeface="Meiryo"/>
                <a:cs typeface="Meiryo"/>
                <a:sym typeface="Meiryo"/>
              </a:rPr>
              <a:t>・UI</a:t>
            </a:r>
            <a:r>
              <a:rPr lang="ja-JP" altLang="en-US" dirty="0">
                <a:latin typeface="Meiryo"/>
                <a:ea typeface="Meiryo"/>
                <a:cs typeface="Meiryo"/>
                <a:sym typeface="Meiryo"/>
              </a:rPr>
              <a:t>①</a:t>
            </a:r>
            <a:endParaRPr dirty="0">
              <a:latin typeface="Meiryo"/>
              <a:ea typeface="Meiryo"/>
              <a:cs typeface="Meiryo"/>
              <a:sym typeface="Meiryo"/>
            </a:endParaRPr>
          </a:p>
        </p:txBody>
      </p:sp>
      <p:sp>
        <p:nvSpPr>
          <p:cNvPr id="162" name="Google Shape;162;p28"/>
          <p:cNvSpPr txBox="1">
            <a:spLocks noGrp="1"/>
          </p:cNvSpPr>
          <p:nvPr>
            <p:ph type="body" idx="1"/>
          </p:nvPr>
        </p:nvSpPr>
        <p:spPr>
          <a:xfrm>
            <a:off x="552150" y="1073125"/>
            <a:ext cx="8039700" cy="3655500"/>
          </a:xfrm>
          <a:prstGeom prst="rect">
            <a:avLst/>
          </a:prstGeom>
        </p:spPr>
        <p:txBody>
          <a:bodyPr spcFirstLastPara="1" wrap="square" lIns="68575" tIns="34275" rIns="68575" bIns="34275" anchor="t" anchorCtr="0">
            <a:noAutofit/>
          </a:bodyPr>
          <a:lstStyle/>
          <a:p>
            <a:pPr marL="158750" indent="0">
              <a:buNone/>
            </a:pPr>
            <a:r>
              <a:rPr lang="ja-JP" altLang="en-US" dirty="0">
                <a:latin typeface="メイリオ" panose="020B0604030504040204" pitchFamily="50" charset="-128"/>
                <a:ea typeface="メイリオ" panose="020B0604030504040204" pitchFamily="50" charset="-128"/>
              </a:rPr>
              <a:t>・本ゲームの</a:t>
            </a:r>
            <a:r>
              <a:rPr lang="en-US" altLang="ja-JP" dirty="0">
                <a:latin typeface="メイリオ" panose="020B0604030504040204" pitchFamily="50" charset="-128"/>
                <a:ea typeface="メイリオ" panose="020B0604030504040204" pitchFamily="50" charset="-128"/>
              </a:rPr>
              <a:t>UI</a:t>
            </a:r>
            <a:r>
              <a:rPr lang="ja-JP" altLang="en-US" dirty="0">
                <a:latin typeface="メイリオ" panose="020B0604030504040204" pitchFamily="50" charset="-128"/>
                <a:ea typeface="メイリオ" panose="020B0604030504040204" pitchFamily="50" charset="-128"/>
              </a:rPr>
              <a:t>は、白・グレーを基調としたシンプルなデザインとし、情報の読みやすさと操作のわかりやすさを重視する。</a:t>
            </a:r>
          </a:p>
          <a:p>
            <a:pPr marL="158750" indent="0">
              <a:buNone/>
            </a:pPr>
            <a:r>
              <a:rPr lang="ja-JP" altLang="en-US" b="1" dirty="0">
                <a:latin typeface="メイリオ" panose="020B0604030504040204" pitchFamily="50" charset="-128"/>
                <a:ea typeface="メイリオ" panose="020B0604030504040204" pitchFamily="50" charset="-128"/>
              </a:rPr>
              <a:t>・ゲームプレイ画面：</a:t>
            </a:r>
            <a:r>
              <a:rPr lang="ja-JP" altLang="en-US" dirty="0">
                <a:latin typeface="メイリオ" panose="020B0604030504040204" pitchFamily="50" charset="-128"/>
                <a:ea typeface="メイリオ" panose="020B0604030504040204" pitchFamily="50" charset="-128"/>
              </a:rPr>
              <a:t> 画面左上に残り時間、右上に現在の得点を表示する。</a:t>
            </a:r>
            <a:r>
              <a:rPr lang="en-US" altLang="ja-JP" dirty="0">
                <a:latin typeface="メイリオ" panose="020B0604030504040204" pitchFamily="50" charset="-128"/>
                <a:ea typeface="メイリオ" panose="020B0604030504040204" pitchFamily="50" charset="-128"/>
              </a:rPr>
              <a:t>3D</a:t>
            </a:r>
            <a:r>
              <a:rPr lang="ja-JP" altLang="en-US" dirty="0">
                <a:latin typeface="メイリオ" panose="020B0604030504040204" pitchFamily="50" charset="-128"/>
                <a:ea typeface="メイリオ" panose="020B0604030504040204" pitchFamily="50" charset="-128"/>
              </a:rPr>
              <a:t>仮想空間を広く見せるため、常時表示する情報は必要最低限とする。</a:t>
            </a:r>
          </a:p>
          <a:p>
            <a:pPr marL="158750" indent="0">
              <a:buNone/>
            </a:pPr>
            <a:r>
              <a:rPr lang="ja-JP" altLang="en-US" b="1" dirty="0">
                <a:latin typeface="メイリオ" panose="020B0604030504040204" pitchFamily="50" charset="-128"/>
                <a:ea typeface="メイリオ" panose="020B0604030504040204" pitchFamily="50" charset="-128"/>
              </a:rPr>
              <a:t>・情報ウィンドウ：</a:t>
            </a:r>
            <a:r>
              <a:rPr lang="ja-JP" altLang="en-US" dirty="0">
                <a:latin typeface="メイリオ" panose="020B0604030504040204" pitchFamily="50" charset="-128"/>
                <a:ea typeface="メイリオ" panose="020B0604030504040204" pitchFamily="50" charset="-128"/>
              </a:rPr>
              <a:t> 調査対象のタイトル・本文・難易度と、政府から提供された正しい情報を同時に表示する。右上の「</a:t>
            </a:r>
            <a:r>
              <a:rPr lang="en-US" altLang="ja-JP" dirty="0">
                <a:latin typeface="メイリオ" panose="020B0604030504040204" pitchFamily="50" charset="-128"/>
                <a:ea typeface="メイリオ" panose="020B0604030504040204" pitchFamily="50" charset="-128"/>
              </a:rPr>
              <a:t>×</a:t>
            </a:r>
            <a:r>
              <a:rPr lang="ja-JP" altLang="en-US" dirty="0">
                <a:latin typeface="メイリオ" panose="020B0604030504040204" pitchFamily="50" charset="-128"/>
                <a:ea typeface="メイリオ" panose="020B0604030504040204" pitchFamily="50" charset="-128"/>
              </a:rPr>
              <a:t>」ボタンで嘘情報の削除を試み、</a:t>
            </a:r>
            <a:r>
              <a:rPr lang="en-US" altLang="ja-JP" dirty="0">
                <a:latin typeface="メイリオ" panose="020B0604030504040204" pitchFamily="50" charset="-128"/>
                <a:ea typeface="メイリオ" panose="020B0604030504040204" pitchFamily="50" charset="-128"/>
              </a:rPr>
              <a:t>Space</a:t>
            </a:r>
            <a:r>
              <a:rPr lang="ja-JP" altLang="en-US" dirty="0">
                <a:latin typeface="メイリオ" panose="020B0604030504040204" pitchFamily="50" charset="-128"/>
                <a:ea typeface="メイリオ" panose="020B0604030504040204" pitchFamily="50" charset="-128"/>
              </a:rPr>
              <a:t>キーで真情報として判定する。</a:t>
            </a:r>
          </a:p>
          <a:p>
            <a:pPr marL="158750" indent="0">
              <a:buNone/>
            </a:pPr>
            <a:r>
              <a:rPr lang="ja-JP" altLang="en-US" b="1" dirty="0">
                <a:latin typeface="メイリオ" panose="020B0604030504040204" pitchFamily="50" charset="-128"/>
                <a:ea typeface="メイリオ" panose="020B0604030504040204" pitchFamily="50" charset="-128"/>
              </a:rPr>
              <a:t>・判定結果表示：</a:t>
            </a:r>
            <a:r>
              <a:rPr lang="ja-JP" altLang="en-US" dirty="0">
                <a:latin typeface="メイリオ" panose="020B0604030504040204" pitchFamily="50" charset="-128"/>
                <a:ea typeface="メイリオ" panose="020B0604030504040204" pitchFamily="50" charset="-128"/>
              </a:rPr>
              <a:t> 判定後、成功・誤判定の結果と獲得または減点されたポイントを画面中央に表示する。一定時間経過後、自動的に閉じる。</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30"/>
          <p:cNvSpPr txBox="1">
            <a:spLocks noGrp="1"/>
          </p:cNvSpPr>
          <p:nvPr>
            <p:ph type="title"/>
          </p:nvPr>
        </p:nvSpPr>
        <p:spPr>
          <a:xfrm>
            <a:off x="484566" y="339550"/>
            <a:ext cx="6787500" cy="637500"/>
          </a:xfrm>
          <a:prstGeom prst="rect">
            <a:avLst/>
          </a:prstGeom>
        </p:spPr>
        <p:txBody>
          <a:bodyPr spcFirstLastPara="1" wrap="square" lIns="68575" tIns="34275" rIns="68575" bIns="34275" anchor="t" anchorCtr="0">
            <a:noAutofit/>
          </a:bodyPr>
          <a:lstStyle/>
          <a:p>
            <a:pPr marL="0" lvl="0" indent="0" algn="l" rtl="0">
              <a:spcBef>
                <a:spcPts val="0"/>
              </a:spcBef>
              <a:spcAft>
                <a:spcPts val="0"/>
              </a:spcAft>
              <a:buNone/>
            </a:pPr>
            <a:r>
              <a:rPr lang="ja" dirty="0">
                <a:latin typeface="Meiryo"/>
                <a:ea typeface="Meiryo"/>
                <a:cs typeface="Meiryo"/>
                <a:sym typeface="Meiryo"/>
              </a:rPr>
              <a:t>・</a:t>
            </a:r>
            <a:r>
              <a:rPr lang="en-US" altLang="ja-JP" dirty="0">
                <a:latin typeface="Meiryo"/>
                <a:ea typeface="Meiryo"/>
                <a:cs typeface="Meiryo"/>
                <a:sym typeface="Meiryo"/>
              </a:rPr>
              <a:t>UI</a:t>
            </a:r>
            <a:r>
              <a:rPr lang="ja-JP" altLang="en-US" dirty="0">
                <a:latin typeface="Meiryo"/>
                <a:ea typeface="Meiryo"/>
                <a:cs typeface="Meiryo"/>
                <a:sym typeface="Meiryo"/>
              </a:rPr>
              <a:t>②</a:t>
            </a:r>
            <a:endParaRPr dirty="0">
              <a:latin typeface="Meiryo"/>
              <a:ea typeface="Meiryo"/>
              <a:cs typeface="Meiryo"/>
              <a:sym typeface="Meiryo"/>
            </a:endParaRPr>
          </a:p>
        </p:txBody>
      </p:sp>
      <p:sp>
        <p:nvSpPr>
          <p:cNvPr id="174" name="Google Shape;174;p30"/>
          <p:cNvSpPr txBox="1">
            <a:spLocks noGrp="1"/>
          </p:cNvSpPr>
          <p:nvPr>
            <p:ph type="body" idx="1"/>
          </p:nvPr>
        </p:nvSpPr>
        <p:spPr>
          <a:xfrm>
            <a:off x="552150" y="1073125"/>
            <a:ext cx="8039700" cy="3655500"/>
          </a:xfrm>
          <a:prstGeom prst="rect">
            <a:avLst/>
          </a:prstGeom>
        </p:spPr>
        <p:txBody>
          <a:bodyPr spcFirstLastPara="1" wrap="square" lIns="68575" tIns="34275" rIns="68575" bIns="34275" anchor="t" anchorCtr="0">
            <a:noAutofit/>
          </a:bodyPr>
          <a:lstStyle/>
          <a:p>
            <a:pPr marL="158750" indent="0">
              <a:buNone/>
            </a:pPr>
            <a:r>
              <a:rPr lang="ja-JP" altLang="en-US" b="1" dirty="0">
                <a:latin typeface="メイリオ" panose="020B0604030504040204" pitchFamily="50" charset="-128"/>
                <a:ea typeface="メイリオ" panose="020B0604030504040204" pitchFamily="50" charset="-128"/>
              </a:rPr>
              <a:t>・ポーズ画面：</a:t>
            </a:r>
            <a:r>
              <a:rPr lang="ja-JP" altLang="en-US" dirty="0">
                <a:latin typeface="メイリオ" panose="020B0604030504040204" pitchFamily="50" charset="-128"/>
                <a:ea typeface="メイリオ" panose="020B0604030504040204" pitchFamily="50" charset="-128"/>
              </a:rPr>
              <a:t> </a:t>
            </a:r>
            <a:r>
              <a:rPr lang="en-US" altLang="ja-JP" dirty="0">
                <a:latin typeface="メイリオ" panose="020B0604030504040204" pitchFamily="50" charset="-128"/>
                <a:ea typeface="メイリオ" panose="020B0604030504040204" pitchFamily="50" charset="-128"/>
              </a:rPr>
              <a:t>Esc</a:t>
            </a:r>
            <a:r>
              <a:rPr lang="ja-JP" altLang="en-US" dirty="0">
                <a:latin typeface="メイリオ" panose="020B0604030504040204" pitchFamily="50" charset="-128"/>
                <a:ea typeface="メイリオ" panose="020B0604030504040204" pitchFamily="50" charset="-128"/>
              </a:rPr>
              <a:t>キーで表示する。ゲームの進行と制限時間を停止し、再開またはタイトルへの移動を選択できる。</a:t>
            </a:r>
          </a:p>
          <a:p>
            <a:pPr marL="158750" indent="0">
              <a:buNone/>
            </a:pPr>
            <a:r>
              <a:rPr lang="ja-JP" altLang="en-US" b="1" dirty="0">
                <a:latin typeface="メイリオ" panose="020B0604030504040204" pitchFamily="50" charset="-128"/>
                <a:ea typeface="メイリオ" panose="020B0604030504040204" pitchFamily="50" charset="-128"/>
              </a:rPr>
              <a:t>・強化画面：</a:t>
            </a:r>
            <a:r>
              <a:rPr lang="ja-JP" altLang="en-US" dirty="0">
                <a:latin typeface="メイリオ" panose="020B0604030504040204" pitchFamily="50" charset="-128"/>
                <a:ea typeface="メイリオ" panose="020B0604030504040204" pitchFamily="50" charset="-128"/>
              </a:rPr>
              <a:t> 所持ポイントと各強化項目の効果・必要ポイントを表示する。ポイントを消費して記憶容量または読み込み速度を強化できる。</a:t>
            </a:r>
          </a:p>
          <a:p>
            <a:pPr marL="158750" indent="0">
              <a:buNone/>
            </a:pPr>
            <a:r>
              <a:rPr lang="ja-JP" altLang="en-US" b="1" dirty="0">
                <a:latin typeface="メイリオ" panose="020B0604030504040204" pitchFamily="50" charset="-128"/>
                <a:ea typeface="メイリオ" panose="020B0604030504040204" pitchFamily="50" charset="-128"/>
              </a:rPr>
              <a:t>・リザルト画面：</a:t>
            </a:r>
            <a:r>
              <a:rPr lang="ja-JP" altLang="en-US" dirty="0">
                <a:latin typeface="メイリオ" panose="020B0604030504040204" pitchFamily="50" charset="-128"/>
                <a:ea typeface="メイリオ" panose="020B0604030504040204" pitchFamily="50" charset="-128"/>
              </a:rPr>
              <a:t> 最終得点、嘘情報の削除数、真情報の誤削除数を表示する。リトライ、強化画面への移動、タイトルへの移動を選択できる。</a:t>
            </a:r>
          </a:p>
          <a:p>
            <a:pPr marL="158750" indent="0">
              <a:buNone/>
            </a:pPr>
            <a:r>
              <a:rPr lang="ja-JP" altLang="en-US" b="1" dirty="0">
                <a:latin typeface="メイリオ" panose="020B0604030504040204" pitchFamily="50" charset="-128"/>
                <a:ea typeface="メイリオ" panose="020B0604030504040204" pitchFamily="50" charset="-128"/>
              </a:rPr>
              <a:t>・タイトル画面・チュートリアル：</a:t>
            </a:r>
            <a:r>
              <a:rPr lang="ja-JP" altLang="en-US" dirty="0">
                <a:latin typeface="メイリオ" panose="020B0604030504040204" pitchFamily="50" charset="-128"/>
                <a:ea typeface="メイリオ" panose="020B0604030504040204" pitchFamily="50" charset="-128"/>
              </a:rPr>
              <a:t> ゲーム開始や操作説明などの機能を提供する。チュートリアルは初回プレイ時に表示し、以降はスキップ可能とする。</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30"/>
          <p:cNvSpPr txBox="1">
            <a:spLocks noGrp="1"/>
          </p:cNvSpPr>
          <p:nvPr>
            <p:ph type="title"/>
          </p:nvPr>
        </p:nvSpPr>
        <p:spPr>
          <a:xfrm>
            <a:off x="484566" y="339550"/>
            <a:ext cx="6787500" cy="637500"/>
          </a:xfrm>
          <a:prstGeom prst="rect">
            <a:avLst/>
          </a:prstGeom>
        </p:spPr>
        <p:txBody>
          <a:bodyPr spcFirstLastPara="1" wrap="square" lIns="68575" tIns="34275" rIns="68575" bIns="34275" anchor="t" anchorCtr="0">
            <a:noAutofit/>
          </a:bodyPr>
          <a:lstStyle/>
          <a:p>
            <a:pPr marL="0" lvl="0" indent="0" algn="l" rtl="0">
              <a:spcBef>
                <a:spcPts val="0"/>
              </a:spcBef>
              <a:spcAft>
                <a:spcPts val="0"/>
              </a:spcAft>
              <a:buNone/>
            </a:pPr>
            <a:r>
              <a:rPr lang="ja" dirty="0">
                <a:latin typeface="Meiryo"/>
                <a:ea typeface="Meiryo"/>
                <a:cs typeface="Meiryo"/>
                <a:sym typeface="Meiryo"/>
              </a:rPr>
              <a:t>・</a:t>
            </a:r>
            <a:r>
              <a:rPr lang="en-US" altLang="ja-JP" dirty="0">
                <a:latin typeface="Meiryo"/>
                <a:ea typeface="Meiryo"/>
                <a:cs typeface="Meiryo"/>
                <a:sym typeface="Meiryo"/>
              </a:rPr>
              <a:t>BGM</a:t>
            </a:r>
            <a:r>
              <a:rPr lang="ja-JP" altLang="en-US" dirty="0">
                <a:latin typeface="Meiryo"/>
                <a:ea typeface="Meiryo"/>
                <a:cs typeface="Meiryo"/>
                <a:sym typeface="Meiryo"/>
              </a:rPr>
              <a:t>、</a:t>
            </a:r>
            <a:r>
              <a:rPr lang="en-US" altLang="ja-JP" dirty="0">
                <a:latin typeface="Meiryo"/>
                <a:ea typeface="Meiryo"/>
                <a:cs typeface="Meiryo"/>
                <a:sym typeface="Meiryo"/>
              </a:rPr>
              <a:t>SE</a:t>
            </a:r>
            <a:r>
              <a:rPr lang="ja-JP" altLang="en-US" dirty="0">
                <a:latin typeface="Meiryo"/>
                <a:ea typeface="Meiryo"/>
                <a:cs typeface="Meiryo"/>
                <a:sym typeface="Meiryo"/>
              </a:rPr>
              <a:t>①</a:t>
            </a:r>
            <a:endParaRPr dirty="0">
              <a:latin typeface="Meiryo"/>
              <a:ea typeface="Meiryo"/>
              <a:cs typeface="Meiryo"/>
              <a:sym typeface="Meiryo"/>
            </a:endParaRPr>
          </a:p>
        </p:txBody>
      </p:sp>
      <p:sp>
        <p:nvSpPr>
          <p:cNvPr id="174" name="Google Shape;174;p30"/>
          <p:cNvSpPr txBox="1">
            <a:spLocks noGrp="1"/>
          </p:cNvSpPr>
          <p:nvPr>
            <p:ph type="body" idx="1"/>
          </p:nvPr>
        </p:nvSpPr>
        <p:spPr>
          <a:xfrm>
            <a:off x="552150" y="1073125"/>
            <a:ext cx="8591850" cy="3655500"/>
          </a:xfrm>
          <a:prstGeom prst="rect">
            <a:avLst/>
          </a:prstGeom>
        </p:spPr>
        <p:txBody>
          <a:bodyPr spcFirstLastPara="1" wrap="square" lIns="68575" tIns="34275" rIns="68575" bIns="34275" anchor="t" anchorCtr="0">
            <a:noAutofit/>
          </a:bodyPr>
          <a:lstStyle/>
          <a:p>
            <a:pPr marL="158750" indent="0">
              <a:buNone/>
            </a:pPr>
            <a:r>
              <a:rPr lang="en-US" altLang="ja-JP" b="1" dirty="0">
                <a:latin typeface="メイリオ" panose="020B0604030504040204" pitchFamily="50" charset="-128"/>
                <a:ea typeface="メイリオ" panose="020B0604030504040204" pitchFamily="50" charset="-128"/>
              </a:rPr>
              <a:t>BGM</a:t>
            </a:r>
            <a:endParaRPr lang="ja-JP" altLang="en-US" dirty="0">
              <a:latin typeface="メイリオ" panose="020B0604030504040204" pitchFamily="50" charset="-128"/>
              <a:ea typeface="メイリオ" panose="020B0604030504040204" pitchFamily="50" charset="-128"/>
            </a:endParaRPr>
          </a:p>
          <a:p>
            <a:pPr marL="158750" indent="0">
              <a:buNone/>
            </a:pPr>
            <a:r>
              <a:rPr lang="ja-JP" altLang="en-US" dirty="0">
                <a:latin typeface="メイリオ" panose="020B0604030504040204" pitchFamily="50" charset="-128"/>
                <a:ea typeface="メイリオ" panose="020B0604030504040204" pitchFamily="50" charset="-128"/>
              </a:rPr>
              <a:t>・タイトル画面：落ち着いた近未来的な</a:t>
            </a:r>
            <a:r>
              <a:rPr lang="en-US" altLang="ja-JP" dirty="0">
                <a:latin typeface="メイリオ" panose="020B0604030504040204" pitchFamily="50" charset="-128"/>
                <a:ea typeface="メイリオ" panose="020B0604030504040204" pitchFamily="50" charset="-128"/>
              </a:rPr>
              <a:t>BGM</a:t>
            </a:r>
            <a:r>
              <a:rPr lang="ja-JP" altLang="en-US" dirty="0">
                <a:latin typeface="メイリオ" panose="020B0604030504040204" pitchFamily="50" charset="-128"/>
                <a:ea typeface="メイリオ" panose="020B0604030504040204" pitchFamily="50" charset="-128"/>
              </a:rPr>
              <a:t>を再生する。</a:t>
            </a:r>
          </a:p>
          <a:p>
            <a:pPr marL="158750" indent="0">
              <a:buNone/>
            </a:pPr>
            <a:r>
              <a:rPr lang="ja-JP" altLang="en-US" dirty="0">
                <a:latin typeface="メイリオ" panose="020B0604030504040204" pitchFamily="50" charset="-128"/>
                <a:ea typeface="メイリオ" panose="020B0604030504040204" pitchFamily="50" charset="-128"/>
              </a:rPr>
              <a:t>・ゲームプレイ中：情報の判定に集中できる、控えめな電子系</a:t>
            </a:r>
            <a:r>
              <a:rPr lang="en-US" altLang="ja-JP" dirty="0">
                <a:latin typeface="メイリオ" panose="020B0604030504040204" pitchFamily="50" charset="-128"/>
                <a:ea typeface="メイリオ" panose="020B0604030504040204" pitchFamily="50" charset="-128"/>
              </a:rPr>
              <a:t>BGM</a:t>
            </a:r>
            <a:r>
              <a:rPr lang="ja-JP" altLang="en-US" dirty="0">
                <a:latin typeface="メイリオ" panose="020B0604030504040204" pitchFamily="50" charset="-128"/>
                <a:ea typeface="メイリオ" panose="020B0604030504040204" pitchFamily="50" charset="-128"/>
              </a:rPr>
              <a:t>を再生する。</a:t>
            </a:r>
          </a:p>
          <a:p>
            <a:pPr marL="158750" indent="0">
              <a:buNone/>
            </a:pPr>
            <a:r>
              <a:rPr lang="ja-JP" altLang="en-US" dirty="0">
                <a:latin typeface="メイリオ" panose="020B0604030504040204" pitchFamily="50" charset="-128"/>
                <a:ea typeface="メイリオ" panose="020B0604030504040204" pitchFamily="50" charset="-128"/>
              </a:rPr>
              <a:t>・ポーズ・強化画面：落ち着いたメニュー用</a:t>
            </a:r>
            <a:r>
              <a:rPr lang="en-US" altLang="ja-JP" dirty="0">
                <a:latin typeface="メイリオ" panose="020B0604030504040204" pitchFamily="50" charset="-128"/>
                <a:ea typeface="メイリオ" panose="020B0604030504040204" pitchFamily="50" charset="-128"/>
              </a:rPr>
              <a:t>BGM</a:t>
            </a:r>
            <a:r>
              <a:rPr lang="ja-JP" altLang="en-US" dirty="0">
                <a:latin typeface="メイリオ" panose="020B0604030504040204" pitchFamily="50" charset="-128"/>
                <a:ea typeface="メイリオ" panose="020B0604030504040204" pitchFamily="50" charset="-128"/>
              </a:rPr>
              <a:t>を再生する。</a:t>
            </a:r>
          </a:p>
          <a:p>
            <a:pPr marL="158750" indent="0">
              <a:buNone/>
            </a:pPr>
            <a:r>
              <a:rPr lang="ja-JP" altLang="en-US" dirty="0">
                <a:latin typeface="メイリオ" panose="020B0604030504040204" pitchFamily="50" charset="-128"/>
                <a:ea typeface="メイリオ" panose="020B0604030504040204" pitchFamily="50" charset="-128"/>
              </a:rPr>
              <a:t>・リザルト画面：プレイ結果の確認を妨げない、達成感のある</a:t>
            </a:r>
            <a:r>
              <a:rPr lang="en-US" altLang="ja-JP" dirty="0">
                <a:latin typeface="メイリオ" panose="020B0604030504040204" pitchFamily="50" charset="-128"/>
                <a:ea typeface="メイリオ" panose="020B0604030504040204" pitchFamily="50" charset="-128"/>
              </a:rPr>
              <a:t>BGM</a:t>
            </a:r>
            <a:r>
              <a:rPr lang="ja-JP" altLang="en-US" dirty="0">
                <a:latin typeface="メイリオ" panose="020B0604030504040204" pitchFamily="50" charset="-128"/>
                <a:ea typeface="メイリオ" panose="020B0604030504040204" pitchFamily="50" charset="-128"/>
              </a:rPr>
              <a:t>を再生する。</a:t>
            </a:r>
          </a:p>
        </p:txBody>
      </p:sp>
    </p:spTree>
    <p:extLst>
      <p:ext uri="{BB962C8B-B14F-4D97-AF65-F5344CB8AC3E}">
        <p14:creationId xmlns:p14="http://schemas.microsoft.com/office/powerpoint/2010/main" val="36960339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30"/>
          <p:cNvSpPr txBox="1">
            <a:spLocks noGrp="1"/>
          </p:cNvSpPr>
          <p:nvPr>
            <p:ph type="title"/>
          </p:nvPr>
        </p:nvSpPr>
        <p:spPr>
          <a:xfrm>
            <a:off x="484566" y="339550"/>
            <a:ext cx="6787500" cy="637500"/>
          </a:xfrm>
          <a:prstGeom prst="rect">
            <a:avLst/>
          </a:prstGeom>
        </p:spPr>
        <p:txBody>
          <a:bodyPr spcFirstLastPara="1" wrap="square" lIns="68575" tIns="34275" rIns="68575" bIns="34275" anchor="t" anchorCtr="0">
            <a:noAutofit/>
          </a:bodyPr>
          <a:lstStyle/>
          <a:p>
            <a:pPr marL="0" lvl="0" indent="0" algn="l" rtl="0">
              <a:spcBef>
                <a:spcPts val="0"/>
              </a:spcBef>
              <a:spcAft>
                <a:spcPts val="0"/>
              </a:spcAft>
              <a:buNone/>
            </a:pPr>
            <a:r>
              <a:rPr lang="ja" dirty="0">
                <a:latin typeface="Meiryo"/>
                <a:ea typeface="Meiryo"/>
                <a:cs typeface="Meiryo"/>
                <a:sym typeface="Meiryo"/>
              </a:rPr>
              <a:t>・</a:t>
            </a:r>
            <a:r>
              <a:rPr lang="en-US" altLang="ja-JP" dirty="0">
                <a:latin typeface="Meiryo"/>
                <a:ea typeface="Meiryo"/>
                <a:cs typeface="Meiryo"/>
                <a:sym typeface="Meiryo"/>
              </a:rPr>
              <a:t>BGM</a:t>
            </a:r>
            <a:r>
              <a:rPr lang="ja-JP" altLang="en-US" dirty="0">
                <a:latin typeface="Meiryo"/>
                <a:ea typeface="Meiryo"/>
                <a:cs typeface="Meiryo"/>
                <a:sym typeface="Meiryo"/>
              </a:rPr>
              <a:t>、</a:t>
            </a:r>
            <a:r>
              <a:rPr lang="en-US" altLang="ja-JP" dirty="0">
                <a:latin typeface="Meiryo"/>
                <a:ea typeface="Meiryo"/>
                <a:cs typeface="Meiryo"/>
                <a:sym typeface="Meiryo"/>
              </a:rPr>
              <a:t>SE</a:t>
            </a:r>
            <a:r>
              <a:rPr lang="ja-JP" altLang="en-US" dirty="0">
                <a:latin typeface="Meiryo"/>
                <a:ea typeface="Meiryo"/>
                <a:cs typeface="Meiryo"/>
                <a:sym typeface="Meiryo"/>
              </a:rPr>
              <a:t>②</a:t>
            </a:r>
            <a:endParaRPr dirty="0">
              <a:latin typeface="Meiryo"/>
              <a:ea typeface="Meiryo"/>
              <a:cs typeface="Meiryo"/>
              <a:sym typeface="Meiryo"/>
            </a:endParaRPr>
          </a:p>
        </p:txBody>
      </p:sp>
      <p:sp>
        <p:nvSpPr>
          <p:cNvPr id="174" name="Google Shape;174;p30"/>
          <p:cNvSpPr txBox="1">
            <a:spLocks noGrp="1"/>
          </p:cNvSpPr>
          <p:nvPr>
            <p:ph type="body" idx="1"/>
          </p:nvPr>
        </p:nvSpPr>
        <p:spPr>
          <a:xfrm>
            <a:off x="320502" y="905588"/>
            <a:ext cx="8823498" cy="4237912"/>
          </a:xfrm>
          <a:prstGeom prst="rect">
            <a:avLst/>
          </a:prstGeom>
        </p:spPr>
        <p:txBody>
          <a:bodyPr spcFirstLastPara="1" wrap="square" lIns="68575" tIns="34275" rIns="68575" bIns="34275" anchor="t" anchorCtr="0">
            <a:noAutofit/>
          </a:bodyPr>
          <a:lstStyle/>
          <a:p>
            <a:pPr marL="158750" indent="0">
              <a:buNone/>
            </a:pPr>
            <a:r>
              <a:rPr lang="en-US" altLang="ja-JP" b="1" dirty="0">
                <a:latin typeface="メイリオ" panose="020B0604030504040204" pitchFamily="50" charset="-128"/>
                <a:ea typeface="メイリオ" panose="020B0604030504040204" pitchFamily="50" charset="-128"/>
              </a:rPr>
              <a:t>SE</a:t>
            </a:r>
            <a:endParaRPr lang="ja-JP" altLang="en-US" dirty="0">
              <a:latin typeface="メイリオ" panose="020B0604030504040204" pitchFamily="50" charset="-128"/>
              <a:ea typeface="メイリオ" panose="020B0604030504040204" pitchFamily="50" charset="-128"/>
            </a:endParaRPr>
          </a:p>
          <a:p>
            <a:pPr marL="158750" indent="0">
              <a:buNone/>
            </a:pPr>
            <a:r>
              <a:rPr lang="ja-JP" altLang="en-US" dirty="0">
                <a:latin typeface="メイリオ" panose="020B0604030504040204" pitchFamily="50" charset="-128"/>
                <a:ea typeface="メイリオ" panose="020B0604030504040204" pitchFamily="50" charset="-128"/>
              </a:rPr>
              <a:t>・ゲーム開始：開始を知らせる電子音を再生する。</a:t>
            </a:r>
          </a:p>
          <a:p>
            <a:pPr marL="158750" indent="0">
              <a:buNone/>
            </a:pPr>
            <a:r>
              <a:rPr lang="ja-JP" altLang="en-US" dirty="0">
                <a:latin typeface="メイリオ" panose="020B0604030504040204" pitchFamily="50" charset="-128"/>
                <a:ea typeface="メイリオ" panose="020B0604030504040204" pitchFamily="50" charset="-128"/>
              </a:rPr>
              <a:t>・情報の読み込み開始・完了：読み込みの開始と完了を知らせる電子音を再生する。</a:t>
            </a:r>
          </a:p>
          <a:p>
            <a:pPr marL="158750" indent="0">
              <a:buNone/>
            </a:pPr>
            <a:r>
              <a:rPr lang="ja-JP" altLang="en-US" dirty="0">
                <a:latin typeface="メイリオ" panose="020B0604030504040204" pitchFamily="50" charset="-128"/>
                <a:ea typeface="メイリオ" panose="020B0604030504040204" pitchFamily="50" charset="-128"/>
              </a:rPr>
              <a:t>・嘘情報の削除成功：軽快な成功音を再生する。</a:t>
            </a:r>
          </a:p>
          <a:p>
            <a:pPr marL="158750" indent="0">
              <a:buNone/>
            </a:pPr>
            <a:r>
              <a:rPr lang="ja-JP" altLang="en-US" dirty="0">
                <a:latin typeface="メイリオ" panose="020B0604030504040204" pitchFamily="50" charset="-128"/>
                <a:ea typeface="メイリオ" panose="020B0604030504040204" pitchFamily="50" charset="-128"/>
              </a:rPr>
              <a:t>・真情報の誤削除：警告音を再生する。</a:t>
            </a:r>
          </a:p>
          <a:p>
            <a:pPr marL="158750" indent="0">
              <a:buNone/>
            </a:pPr>
            <a:r>
              <a:rPr lang="ja-JP" altLang="en-US" dirty="0">
                <a:latin typeface="メイリオ" panose="020B0604030504040204" pitchFamily="50" charset="-128"/>
                <a:ea typeface="メイリオ" panose="020B0604030504040204" pitchFamily="50" charset="-128"/>
              </a:rPr>
              <a:t>・真情報の正しい判定：控えめな確認音を再生する。</a:t>
            </a:r>
          </a:p>
          <a:p>
            <a:pPr marL="158750" indent="0">
              <a:buNone/>
            </a:pPr>
            <a:r>
              <a:rPr lang="ja-JP" altLang="en-US" dirty="0">
                <a:latin typeface="メイリオ" panose="020B0604030504040204" pitchFamily="50" charset="-128"/>
                <a:ea typeface="メイリオ" panose="020B0604030504040204" pitchFamily="50" charset="-128"/>
              </a:rPr>
              <a:t>・ポイント獲得・減少：得点の変化を知らせる音を再生する。</a:t>
            </a:r>
          </a:p>
          <a:p>
            <a:pPr marL="158750" indent="0">
              <a:buNone/>
            </a:pPr>
            <a:r>
              <a:rPr lang="ja-JP" altLang="en-US" dirty="0">
                <a:latin typeface="メイリオ" panose="020B0604030504040204" pitchFamily="50" charset="-128"/>
                <a:ea typeface="メイリオ" panose="020B0604030504040204" pitchFamily="50" charset="-128"/>
              </a:rPr>
              <a:t>・強化購入成功・ポイント不足：それぞれ成功音・拒否音を再生する。</a:t>
            </a:r>
          </a:p>
          <a:p>
            <a:pPr marL="158750" indent="0">
              <a:buNone/>
            </a:pPr>
            <a:r>
              <a:rPr lang="ja-JP" altLang="en-US" dirty="0">
                <a:latin typeface="メイリオ" panose="020B0604030504040204" pitchFamily="50" charset="-128"/>
                <a:ea typeface="メイリオ" panose="020B0604030504040204" pitchFamily="50" charset="-128"/>
              </a:rPr>
              <a:t>・ポーズ・画面遷移：操作への反応を示す音を再生する。</a:t>
            </a:r>
          </a:p>
          <a:p>
            <a:pPr marL="158750" indent="0">
              <a:buNone/>
            </a:pPr>
            <a:r>
              <a:rPr lang="ja-JP" altLang="en-US" dirty="0">
                <a:latin typeface="メイリオ" panose="020B0604030504040204" pitchFamily="50" charset="-128"/>
                <a:ea typeface="メイリオ" panose="020B0604030504040204" pitchFamily="50" charset="-128"/>
              </a:rPr>
              <a:t>・制限時間終了：ゲーム終了を知らせる通知音を再生する。</a:t>
            </a:r>
          </a:p>
        </p:txBody>
      </p:sp>
    </p:spTree>
    <p:extLst>
      <p:ext uri="{BB962C8B-B14F-4D97-AF65-F5344CB8AC3E}">
        <p14:creationId xmlns:p14="http://schemas.microsoft.com/office/powerpoint/2010/main" val="6795300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3"/>
          <p:cNvSpPr txBox="1">
            <a:spLocks noGrp="1"/>
          </p:cNvSpPr>
          <p:nvPr>
            <p:ph type="title"/>
          </p:nvPr>
        </p:nvSpPr>
        <p:spPr>
          <a:xfrm>
            <a:off x="484566" y="339550"/>
            <a:ext cx="6787500" cy="637500"/>
          </a:xfrm>
          <a:prstGeom prst="rect">
            <a:avLst/>
          </a:prstGeom>
        </p:spPr>
        <p:txBody>
          <a:bodyPr spcFirstLastPara="1" wrap="square" lIns="68575" tIns="34275" rIns="68575" bIns="34275" anchor="t" anchorCtr="0">
            <a:noAutofit/>
          </a:bodyPr>
          <a:lstStyle/>
          <a:p>
            <a:pPr marL="0" lvl="0" indent="0" algn="l" rtl="0">
              <a:spcBef>
                <a:spcPts val="0"/>
              </a:spcBef>
              <a:spcAft>
                <a:spcPts val="0"/>
              </a:spcAft>
              <a:buNone/>
            </a:pPr>
            <a:r>
              <a:rPr lang="ja">
                <a:latin typeface="Meiryo"/>
                <a:ea typeface="Meiryo"/>
                <a:cs typeface="Meiryo"/>
                <a:sym typeface="Meiryo"/>
              </a:rPr>
              <a:t>・世界観</a:t>
            </a:r>
            <a:endParaRPr>
              <a:latin typeface="Meiryo"/>
              <a:ea typeface="Meiryo"/>
              <a:cs typeface="Meiryo"/>
              <a:sym typeface="Meiryo"/>
            </a:endParaRPr>
          </a:p>
        </p:txBody>
      </p:sp>
      <p:sp>
        <p:nvSpPr>
          <p:cNvPr id="192" name="Google Shape;192;p33"/>
          <p:cNvSpPr txBox="1">
            <a:spLocks noGrp="1"/>
          </p:cNvSpPr>
          <p:nvPr>
            <p:ph type="body" idx="1"/>
          </p:nvPr>
        </p:nvSpPr>
        <p:spPr>
          <a:xfrm>
            <a:off x="552150" y="1073124"/>
            <a:ext cx="8469930" cy="4193819"/>
          </a:xfrm>
          <a:prstGeom prst="rect">
            <a:avLst/>
          </a:prstGeom>
        </p:spPr>
        <p:txBody>
          <a:bodyPr spcFirstLastPara="1" wrap="square" lIns="68575" tIns="34275" rIns="68575" bIns="34275" anchor="t" anchorCtr="0">
            <a:noAutofit/>
          </a:bodyPr>
          <a:lstStyle/>
          <a:p>
            <a:pPr marL="158750" indent="0">
              <a:buNone/>
            </a:pPr>
            <a:r>
              <a:rPr lang="ja-JP" altLang="en-US" dirty="0">
                <a:latin typeface="メイリオ" panose="020B0604030504040204" pitchFamily="50" charset="-128"/>
                <a:ea typeface="メイリオ" panose="020B0604030504040204" pitchFamily="50" charset="-128"/>
              </a:rPr>
              <a:t>・インターネット上にフェイクニュースやデマ情報が大量に拡散され、人々や社会に悪影響を及ぼしている近未来。</a:t>
            </a:r>
          </a:p>
          <a:p>
            <a:pPr marL="158750" indent="0">
              <a:buNone/>
            </a:pPr>
            <a:r>
              <a:rPr lang="ja-JP" altLang="en-US" dirty="0">
                <a:latin typeface="メイリオ" panose="020B0604030504040204" pitchFamily="50" charset="-128"/>
                <a:ea typeface="メイリオ" panose="020B0604030504040204" pitchFamily="50" charset="-128"/>
              </a:rPr>
              <a:t>・主人公は、ネットワーク上の脅威から人々を守るホワイトハッカー。政府からの依頼を受け、仮想空間内に拡散されたフェイクニュースの調査・削除任務に挑む。</a:t>
            </a:r>
          </a:p>
          <a:p>
            <a:pPr marL="158750" indent="0">
              <a:buNone/>
            </a:pPr>
            <a:r>
              <a:rPr lang="ja-JP" altLang="en-US" dirty="0">
                <a:latin typeface="メイリオ" panose="020B0604030504040204" pitchFamily="50" charset="-128"/>
                <a:ea typeface="メイリオ" panose="020B0604030504040204" pitchFamily="50" charset="-128"/>
              </a:rPr>
              <a:t>・任務の開始前、主人公は政府から提供された信頼性の高い資料を確認し、正しい情報を記憶する。その後、情報が視覚化された仮想空間へと入り、目の前に現れる情報を記憶した内容と照らし合わせながら、真偽を判定していく。</a:t>
            </a:r>
          </a:p>
          <a:p>
            <a:pPr marL="158750" indent="0">
              <a:buNone/>
            </a:pPr>
            <a:r>
              <a:rPr lang="ja-JP" altLang="en-US" dirty="0">
                <a:latin typeface="メイリオ" panose="020B0604030504040204" pitchFamily="50" charset="-128"/>
                <a:ea typeface="メイリオ" panose="020B0604030504040204" pitchFamily="50" charset="-128"/>
              </a:rPr>
              <a:t>・ただし、限られた時間の中で、すべての情報を正確に判断するのは容易ではない。主人公は情報を見極める能力を磨き、より多くのフェイクニュースを発見・削除することで、任務の達成を目指す。</a:t>
            </a:r>
          </a:p>
        </p:txBody>
      </p:sp>
    </p:spTree>
  </p:cSld>
  <p:clrMapOvr>
    <a:masterClrMapping/>
  </p:clrMapOvr>
</p:sld>
</file>

<file path=ppt/theme/theme1.xml><?xml version="1.0" encoding="utf-8"?>
<a:theme xmlns:a="http://schemas.openxmlformats.org/drawingml/2006/main"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148</TotalTime>
  <Words>2242</Words>
  <Application>Microsoft Office PowerPoint</Application>
  <PresentationFormat>画面に合わせる (16:9)</PresentationFormat>
  <Paragraphs>147</Paragraphs>
  <Slides>21</Slides>
  <Notes>21</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21</vt:i4>
      </vt:variant>
    </vt:vector>
  </HeadingPairs>
  <TitlesOfParts>
    <vt:vector size="27" baseType="lpstr">
      <vt:lpstr>メイリオ</vt:lpstr>
      <vt:lpstr>Arial</vt:lpstr>
      <vt:lpstr>Century Gothic</vt:lpstr>
      <vt:lpstr>メイリオ</vt:lpstr>
      <vt:lpstr>Old Standard TT</vt:lpstr>
      <vt:lpstr>Paperback</vt:lpstr>
      <vt:lpstr>・画面遷移①</vt:lpstr>
      <vt:lpstr>・画面遷移②</vt:lpstr>
      <vt:lpstr>・画面遷移③</vt:lpstr>
      <vt:lpstr>・画面遷移④</vt:lpstr>
      <vt:lpstr>・操作方法①</vt:lpstr>
      <vt:lpstr>・操作方法②（操作に関する補足仕様）</vt:lpstr>
      <vt:lpstr>・ゲーム進行、ゲームルール①</vt:lpstr>
      <vt:lpstr>・ゲーム進行、ゲームルール②</vt:lpstr>
      <vt:lpstr>・ゲーム進行、ゲームルール③</vt:lpstr>
      <vt:lpstr>・ゲーム進行、ゲームルール④</vt:lpstr>
      <vt:lpstr>・ゲーム進行、ゲームルール⑤</vt:lpstr>
      <vt:lpstr>・ゲーム進行、ゲームルール⑥</vt:lpstr>
      <vt:lpstr>・ゲーム進行、ゲームルール⑦</vt:lpstr>
      <vt:lpstr>・制限時間、得点、減点、難易度ごとの配点</vt:lpstr>
      <vt:lpstr>・強化システム①</vt:lpstr>
      <vt:lpstr>・強化システム②</vt:lpstr>
      <vt:lpstr>・UI①</vt:lpstr>
      <vt:lpstr>・UI②</vt:lpstr>
      <vt:lpstr>・BGM、SE①</vt:lpstr>
      <vt:lpstr>・BGM、SE②</vt:lpstr>
      <vt:lpstr>・世界観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・画面遷移</dc:title>
  <cp:lastModifiedBy>悠梓 宮地</cp:lastModifiedBy>
  <cp:revision>15</cp:revision>
  <dcterms:modified xsi:type="dcterms:W3CDTF">2026-10-13T07:56:10Z</dcterms:modified>
</cp:coreProperties>
</file>